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 autoAdjust="0"/>
    <p:restoredTop sz="94678"/>
  </p:normalViewPr>
  <p:slideViewPr>
    <p:cSldViewPr snapToGrid="0">
      <p:cViewPr varScale="1">
        <p:scale>
          <a:sx n="117" d="100"/>
          <a:sy n="117" d="100"/>
        </p:scale>
        <p:origin x="4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rat Yessenov" userId="9f4a7e80-03d1-4edd-9c43-fe00217c2c97" providerId="ADAL" clId="{E32FC01C-33B7-5471-B60C-BF7E21960A75}"/>
    <pc:docChg chg="modSld">
      <pc:chgData name="Murat Yessenov" userId="9f4a7e80-03d1-4edd-9c43-fe00217c2c97" providerId="ADAL" clId="{E32FC01C-33B7-5471-B60C-BF7E21960A75}" dt="2026-01-29T19:24:20.711" v="0" actId="1076"/>
      <pc:docMkLst>
        <pc:docMk/>
      </pc:docMkLst>
      <pc:sldChg chg="modSp mod">
        <pc:chgData name="Murat Yessenov" userId="9f4a7e80-03d1-4edd-9c43-fe00217c2c97" providerId="ADAL" clId="{E32FC01C-33B7-5471-B60C-BF7E21960A75}" dt="2026-01-29T19:24:20.711" v="0" actId="1076"/>
        <pc:sldMkLst>
          <pc:docMk/>
          <pc:sldMk cId="1671980954" sldId="258"/>
        </pc:sldMkLst>
        <pc:picChg chg="mod">
          <ac:chgData name="Murat Yessenov" userId="9f4a7e80-03d1-4edd-9c43-fe00217c2c97" providerId="ADAL" clId="{E32FC01C-33B7-5471-B60C-BF7E21960A75}" dt="2026-01-29T19:24:20.711" v="0" actId="1076"/>
          <ac:picMkLst>
            <pc:docMk/>
            <pc:sldMk cId="1671980954" sldId="258"/>
            <ac:picMk id="37" creationId="{84DD03A8-AF37-6D2F-C050-305DDBC592D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56DD3-1DC6-49B6-9AB8-48BEA9F1C309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E9F2D7-EF29-4E50-869C-796F279D2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64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E9F2D7-EF29-4E50-869C-796F279D24F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757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81681-F148-EB77-9894-D71C302EF8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013C4E-027E-020E-1FDB-D24DD6FF58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3D9A0-B498-4D3A-AC5C-60A088614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60496-139E-4A08-B529-B737468C4576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8A597-6284-F53B-EF9E-0AE559A8C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9B444-972F-4A68-25B9-A6FA83896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13E0-1FC2-4D4E-9B83-D701F1F75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05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DEA93-FF8D-FFD9-CB53-438701483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74241-B9D3-0901-678D-FAB4DF99B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1DCC0-D577-4DC7-B99B-5B1F0BB01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60496-139E-4A08-B529-B737468C4576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B9B42-FB4D-D581-8903-50E39454A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DB69E-B15C-1667-6860-B8C98A408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13E0-1FC2-4D4E-9B83-D701F1F75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549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BD86A-030E-BFBE-B51B-7E3CCF176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C5769E-6FD9-C694-A86C-E7FCE4C1E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F3EEF-63DA-421A-30D0-ABD26FC7B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60496-139E-4A08-B529-B737468C4576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96697-86B6-D15B-5BF5-8EB1F6F4F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EEF27-B578-9D7B-63AC-36F8F9599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13E0-1FC2-4D4E-9B83-D701F1F75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561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A227A-81C4-409C-3A4F-08506248F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4BE11-350C-981B-598D-50B89D8817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BB96F-5FE9-1765-B26E-4C22AC01F4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0AC94-1869-71EA-7526-CB98D57DB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60496-139E-4A08-B529-B737468C4576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1CA51A-B8F9-51CD-7D04-B443AB24B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5FC2D0-2C11-825F-5613-F3DAEBC7F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13E0-1FC2-4D4E-9B83-D701F1F75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935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D40C9-4DB3-4D6B-F9A3-ACD326464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39439C-EA78-0F7C-1A5C-AE8842BEB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62D0D0-07BC-57E0-B8FA-0FE302EC6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121F9B-FAD6-A7F1-5B8C-153BB67BFE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472589-0A1C-073D-A404-D8F0C1727E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928BBB-2820-96F2-DC64-3A8604692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60496-139E-4A08-B529-B737468C4576}" type="datetimeFigureOut">
              <a:rPr lang="en-US" smtClean="0"/>
              <a:t>1/29/26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1992DB-3E7D-3B92-D6BF-AC11E4752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C3CB0B-15ED-B63A-9F3C-8E62B5131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13E0-1FC2-4D4E-9B83-D701F1F75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308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D6753-7E15-D20C-BDCA-9D1D86E49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951F-219A-CC51-74E6-857EC55B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60496-139E-4A08-B529-B737468C4576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F3DB01-B0B0-F580-A3C0-5940CF57A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752016-F962-00E5-4719-1C6308FF9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13E0-1FC2-4D4E-9B83-D701F1F75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11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046516-FB9A-F716-43EC-460655B4A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60496-139E-4A08-B529-B737468C4576}" type="datetimeFigureOut">
              <a:rPr lang="en-US" smtClean="0"/>
              <a:t>1/29/26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E751A9-16B7-AD6C-B3B6-2C1ECD26D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DE319-F028-9525-B8FC-1DADC1478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13E0-1FC2-4D4E-9B83-D701F1F75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814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8AFE8-6F49-092D-3C31-518096BCE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B2B27-5AC0-D0FB-FAE5-EDA03A00D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12E6E5-0836-5374-D97C-F77AE991EB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7BF748-934A-2235-BDC4-87FBD3114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60496-139E-4A08-B529-B737468C4576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4B5FBF-5A0B-ECA9-AF25-A3E9D473D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68F79-5DCD-0D7B-1A48-964BF9BCF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13E0-1FC2-4D4E-9B83-D701F1F75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223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300DC-1708-EBDE-A8B9-A084AC826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78E936-AC80-D96E-842D-D871ECC3EA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53D5D8-DE54-3470-F02C-6D50BDBC2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B4AD9-BD41-A187-C15E-48F2051CF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60496-139E-4A08-B529-B737468C4576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05992D-62E1-DE7B-DEB5-045D097C2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7DC8CF-DBC4-F5A7-5106-16C2CA1F7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13E0-1FC2-4D4E-9B83-D701F1F75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35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3BE68-F2AC-55DE-AE6B-E3531DC26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012E50-70C3-7CE8-266E-F585759C9B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1868D-2D72-EDCA-AB3D-57CDEF4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60496-139E-4A08-B529-B737468C4576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FD775-B99B-A89E-46B9-B2BB02D8A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3F0F1-A31D-EF54-B5A9-33577460A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13E0-1FC2-4D4E-9B83-D701F1F75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438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0C64F8-364C-77C9-91C7-DA036FAA63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73B827-93EA-95D8-6DBC-077FACFB1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1F262-D349-50A4-2BAA-BA79E5EBA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60496-139E-4A08-B529-B737468C4576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8A998-ADA9-4A2D-94EE-20AC3E0F4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AFF1E-278E-BA54-6D55-CB38B49CA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13E0-1FC2-4D4E-9B83-D701F1F75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74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4D5728-D359-05FF-C014-53BB16279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DE364-D9E4-824D-DC9B-B605F20B5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1AD25-E551-E5B4-E021-7639418A67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160496-139E-4A08-B529-B737468C4576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4A493-A1B4-E38A-74C5-9207051828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5C000-1EDE-277C-B4C5-A1846E5A06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6B13E0-1FC2-4D4E-9B83-D701F1F75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85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54840-C0F9-226B-903B-8E6019AE1D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RCBG spectral resolutions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4CF23A-25AF-26E0-46B9-5DC767D087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232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08D0EFE-8FC1-BE84-2D1D-6512554DB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2535515"/>
            <a:ext cx="5294716" cy="1786968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884B7051-F712-4E19-558E-D72357CC45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3817" y="1993319"/>
            <a:ext cx="5294715" cy="3163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36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9C86E-B022-6A33-5C3A-F106E4E2F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3024" y="117710"/>
            <a:ext cx="2798976" cy="1027647"/>
          </a:xfrm>
        </p:spPr>
        <p:txBody>
          <a:bodyPr>
            <a:normAutofit/>
          </a:bodyPr>
          <a:lstStyle/>
          <a:p>
            <a:r>
              <a:rPr lang="en-US" sz="4000" b="1" dirty="0"/>
              <a:t>Simulation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194B9C-2C49-DC59-72E9-119FDE6466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"/>
                    </a14:imgEffect>
                    <a14:imgEffect>
                      <a14:brightnessContrast bright="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52968" y="1509261"/>
            <a:ext cx="4435057" cy="33285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68162D-FB0A-E07B-382E-B76FF5B3C8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542" r="51758"/>
          <a:stretch>
            <a:fillRect/>
          </a:stretch>
        </p:blipFill>
        <p:spPr>
          <a:xfrm>
            <a:off x="548688" y="570499"/>
            <a:ext cx="3726915" cy="27219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D5B878-57B7-F75B-5FFF-EA04BDD9D0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882" t="12542"/>
          <a:stretch>
            <a:fillRect/>
          </a:stretch>
        </p:blipFill>
        <p:spPr>
          <a:xfrm>
            <a:off x="548688" y="3565600"/>
            <a:ext cx="3726915" cy="2721901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9E7E4A0-94F1-3EF5-6328-F1DF19177764}"/>
              </a:ext>
            </a:extLst>
          </p:cNvPr>
          <p:cNvCxnSpPr>
            <a:cxnSpLocks/>
            <a:stCxn id="16" idx="4"/>
          </p:cNvCxnSpPr>
          <p:nvPr/>
        </p:nvCxnSpPr>
        <p:spPr>
          <a:xfrm>
            <a:off x="1873577" y="2870462"/>
            <a:ext cx="5158819" cy="191835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15AD978-35C7-4FD8-6376-EE8C99AE688F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1873577" y="1865035"/>
            <a:ext cx="3457281" cy="515234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E7244840-8F7F-AE27-5374-D27594CCF89F}"/>
              </a:ext>
            </a:extLst>
          </p:cNvPr>
          <p:cNvSpPr/>
          <p:nvPr/>
        </p:nvSpPr>
        <p:spPr>
          <a:xfrm>
            <a:off x="1560135" y="2380269"/>
            <a:ext cx="626883" cy="490193"/>
          </a:xfrm>
          <a:prstGeom prst="ellipse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4DD03A8-AF37-6D2F-C050-305DDBC592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7244" y="1140419"/>
            <a:ext cx="3090536" cy="2288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980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5</Words>
  <Application>Microsoft Macintosh PowerPoint</Application>
  <PresentationFormat>Widescreen</PresentationFormat>
  <Paragraphs>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RCBG spectral resolutions</vt:lpstr>
      <vt:lpstr>PowerPoint Presentation</vt:lpstr>
      <vt:lpstr>Simulation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Shaghayegh Yaraghi</dc:creator>
  <cp:lastModifiedBy>Murat Yessenov</cp:lastModifiedBy>
  <cp:revision>10</cp:revision>
  <dcterms:created xsi:type="dcterms:W3CDTF">2026-01-29T17:19:44Z</dcterms:created>
  <dcterms:modified xsi:type="dcterms:W3CDTF">2026-01-29T19:24:30Z</dcterms:modified>
</cp:coreProperties>
</file>