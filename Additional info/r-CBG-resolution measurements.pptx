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49C3BB-F27E-41A9-BA6E-34BF5D7684D0}">
  <a:tblStyle styleId="{4B49C3BB-F27E-41A9-BA6E-34BF5D7684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6b64639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6b6463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6b646393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6b646393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Resolution and Updates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580375" y="40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/>
              <a:t>Updates:</a:t>
            </a:r>
            <a:endParaRPr sz="29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8106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Resolution calculations for r-CBGs.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Placed orders for needed parts(SLD, etc…).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Resolution for r-CBGs</a:t>
            </a:r>
            <a:endParaRPr/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623700" y="123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{4B49C3BB-F27E-41A9-BA6E-34BF5D7684D0}</a:tableStyleId>
              </a:tblPr>
              <a:tblGrid>
                <a:gridCol w="1809750"/>
                <a:gridCol w="1809750"/>
                <a:gridCol w="1809750"/>
                <a:gridCol w="1483625"/>
              </a:tblGrid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Grating ID: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Resolution: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Chirp Rate: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Focal Length: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SampleOne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1.68nm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1.14nm/mm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~750mm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DC22E</a:t>
                      </a:r>
                      <a:r>
                        <a:rPr lang="en"/>
                        <a:t>-003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0.45nm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.57 nm/mm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1500mm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DC22E-001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.3 nm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0.298 nm/mm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r-CRBG-HE002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.34nm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.374 nm/mm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3m (1 Lens)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SampleXXX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1.30nm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1.69nm/mm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" name="Google Shape;67;p15"/>
          <p:cNvSpPr txBox="1"/>
          <p:nvPr/>
        </p:nvSpPr>
        <p:spPr>
          <a:xfrm>
            <a:off x="623700" y="4171375"/>
            <a:ext cx="677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Calculation process: find FWHM and delta lambda using FWHM.</a:t>
            </a:r>
            <a:endParaRPr sz="1500">
              <a:solidFill>
                <a:schemeClr val="dk2"/>
              </a:solidFill>
            </a:endParaRPr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7536575" y="123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{4B49C3BB-F27E-41A9-BA6E-34BF5D7684D0}</a:tableStyleId>
              </a:tblPr>
              <a:tblGrid>
                <a:gridCol w="1068850"/>
              </a:tblGrid>
              <a:tr h="4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lambda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