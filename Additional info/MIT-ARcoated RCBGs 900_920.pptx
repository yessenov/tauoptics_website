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62" r:id="rId4"/>
    <p:sldId id="258" r:id="rId5"/>
    <p:sldId id="257" r:id="rId6"/>
    <p:sldId id="260" r:id="rId7"/>
    <p:sldId id="261" r:id="rId8"/>
    <p:sldId id="25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1D17B5-84EA-4631-89E3-2AE2D7AA613B}" v="135" dt="2026-02-04T17:31:17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nna Bresci" userId="a85e552e-b41e-42b4-8201-f5f5dbb737df" providerId="ADAL" clId="{C342B406-2A28-408C-B080-D1F059233668}"/>
    <pc:docChg chg="undo redo custSel addSld modSld sldOrd">
      <pc:chgData name="Arianna Bresci" userId="a85e552e-b41e-42b4-8201-f5f5dbb737df" providerId="ADAL" clId="{C342B406-2A28-408C-B080-D1F059233668}" dt="2026-02-04T17:37:36.644" v="2376" actId="20577"/>
      <pc:docMkLst>
        <pc:docMk/>
      </pc:docMkLst>
      <pc:sldChg chg="modSp new mod">
        <pc:chgData name="Arianna Bresci" userId="a85e552e-b41e-42b4-8201-f5f5dbb737df" providerId="ADAL" clId="{C342B406-2A28-408C-B080-D1F059233668}" dt="2026-02-04T17:37:36.644" v="2376" actId="20577"/>
        <pc:sldMkLst>
          <pc:docMk/>
          <pc:sldMk cId="3403219148" sldId="256"/>
        </pc:sldMkLst>
        <pc:spChg chg="mod">
          <ac:chgData name="Arianna Bresci" userId="a85e552e-b41e-42b4-8201-f5f5dbb737df" providerId="ADAL" clId="{C342B406-2A28-408C-B080-D1F059233668}" dt="2026-02-04T17:37:21.334" v="2350" actId="20577"/>
          <ac:spMkLst>
            <pc:docMk/>
            <pc:sldMk cId="3403219148" sldId="256"/>
            <ac:spMk id="2" creationId="{0E40E4C6-FEC3-0D66-6291-A7F2BDF26A62}"/>
          </ac:spMkLst>
        </pc:spChg>
        <pc:spChg chg="mod">
          <ac:chgData name="Arianna Bresci" userId="a85e552e-b41e-42b4-8201-f5f5dbb737df" providerId="ADAL" clId="{C342B406-2A28-408C-B080-D1F059233668}" dt="2026-02-04T17:37:36.644" v="2376" actId="20577"/>
          <ac:spMkLst>
            <pc:docMk/>
            <pc:sldMk cId="3403219148" sldId="256"/>
            <ac:spMk id="3" creationId="{0AF6895E-0497-C577-301E-0E651BD08512}"/>
          </ac:spMkLst>
        </pc:spChg>
      </pc:sldChg>
      <pc:sldChg chg="addSp delSp modSp new mod ord">
        <pc:chgData name="Arianna Bresci" userId="a85e552e-b41e-42b4-8201-f5f5dbb737df" providerId="ADAL" clId="{C342B406-2A28-408C-B080-D1F059233668}" dt="2026-02-02T22:56:13.515" v="1097" actId="1076"/>
        <pc:sldMkLst>
          <pc:docMk/>
          <pc:sldMk cId="3048447193" sldId="257"/>
        </pc:sldMkLst>
        <pc:spChg chg="add mod">
          <ac:chgData name="Arianna Bresci" userId="a85e552e-b41e-42b4-8201-f5f5dbb737df" providerId="ADAL" clId="{C342B406-2A28-408C-B080-D1F059233668}" dt="2026-02-02T21:26:08.451" v="392" actId="1076"/>
          <ac:spMkLst>
            <pc:docMk/>
            <pc:sldMk cId="3048447193" sldId="257"/>
            <ac:spMk id="10" creationId="{391E2597-AD6E-43DA-8680-87539F7E3DCD}"/>
          </ac:spMkLst>
        </pc:spChg>
        <pc:spChg chg="add mod">
          <ac:chgData name="Arianna Bresci" userId="a85e552e-b41e-42b4-8201-f5f5dbb737df" providerId="ADAL" clId="{C342B406-2A28-408C-B080-D1F059233668}" dt="2026-02-02T21:30:38.370" v="484" actId="1035"/>
          <ac:spMkLst>
            <pc:docMk/>
            <pc:sldMk cId="3048447193" sldId="257"/>
            <ac:spMk id="38" creationId="{FC764579-4C4E-58C7-B451-CB500CBF431B}"/>
          </ac:spMkLst>
        </pc:spChg>
        <pc:spChg chg="add mod">
          <ac:chgData name="Arianna Bresci" userId="a85e552e-b41e-42b4-8201-f5f5dbb737df" providerId="ADAL" clId="{C342B406-2A28-408C-B080-D1F059233668}" dt="2026-02-02T21:30:38.370" v="484" actId="1035"/>
          <ac:spMkLst>
            <pc:docMk/>
            <pc:sldMk cId="3048447193" sldId="257"/>
            <ac:spMk id="39" creationId="{5C6EBF87-3572-817F-3534-7E161EB1C50C}"/>
          </ac:spMkLst>
        </pc:spChg>
        <pc:spChg chg="add mod">
          <ac:chgData name="Arianna Bresci" userId="a85e552e-b41e-42b4-8201-f5f5dbb737df" providerId="ADAL" clId="{C342B406-2A28-408C-B080-D1F059233668}" dt="2026-02-02T21:30:38.370" v="484" actId="1035"/>
          <ac:spMkLst>
            <pc:docMk/>
            <pc:sldMk cId="3048447193" sldId="257"/>
            <ac:spMk id="40" creationId="{2687C434-919E-B0E1-29F7-5BAD630DD751}"/>
          </ac:spMkLst>
        </pc:spChg>
        <pc:spChg chg="add mod">
          <ac:chgData name="Arianna Bresci" userId="a85e552e-b41e-42b4-8201-f5f5dbb737df" providerId="ADAL" clId="{C342B406-2A28-408C-B080-D1F059233668}" dt="2026-02-02T21:39:30.062" v="506" actId="1076"/>
          <ac:spMkLst>
            <pc:docMk/>
            <pc:sldMk cId="3048447193" sldId="257"/>
            <ac:spMk id="41" creationId="{B5E66015-4E6E-19B6-C939-F03C4F8F28D3}"/>
          </ac:spMkLst>
        </pc:spChg>
        <pc:picChg chg="add mod modCrop">
          <ac:chgData name="Arianna Bresci" userId="a85e552e-b41e-42b4-8201-f5f5dbb737df" providerId="ADAL" clId="{C342B406-2A28-408C-B080-D1F059233668}" dt="2026-02-02T21:26:03.282" v="391" actId="1076"/>
          <ac:picMkLst>
            <pc:docMk/>
            <pc:sldMk cId="3048447193" sldId="257"/>
            <ac:picMk id="5" creationId="{0B5365E0-FD48-06BF-76EE-1584A8828DA3}"/>
          </ac:picMkLst>
        </pc:picChg>
        <pc:picChg chg="add mod modCrop">
          <ac:chgData name="Arianna Bresci" userId="a85e552e-b41e-42b4-8201-f5f5dbb737df" providerId="ADAL" clId="{C342B406-2A28-408C-B080-D1F059233668}" dt="2026-02-02T21:26:08.451" v="392" actId="1076"/>
          <ac:picMkLst>
            <pc:docMk/>
            <pc:sldMk cId="3048447193" sldId="257"/>
            <ac:picMk id="9" creationId="{426BBCB7-7BF6-85BC-0462-CB6891BB982C}"/>
          </ac:picMkLst>
        </pc:picChg>
        <pc:picChg chg="add mod ord modCrop">
          <ac:chgData name="Arianna Bresci" userId="a85e552e-b41e-42b4-8201-f5f5dbb737df" providerId="ADAL" clId="{C342B406-2A28-408C-B080-D1F059233668}" dt="2026-02-02T21:25:59.674" v="390" actId="1076"/>
          <ac:picMkLst>
            <pc:docMk/>
            <pc:sldMk cId="3048447193" sldId="257"/>
            <ac:picMk id="29" creationId="{F5CFB5DB-E82C-187F-CE38-DFEA3A176701}"/>
          </ac:picMkLst>
        </pc:picChg>
        <pc:picChg chg="add mod ord">
          <ac:chgData name="Arianna Bresci" userId="a85e552e-b41e-42b4-8201-f5f5dbb737df" providerId="ADAL" clId="{C342B406-2A28-408C-B080-D1F059233668}" dt="2026-02-02T21:30:38.370" v="484" actId="1035"/>
          <ac:picMkLst>
            <pc:docMk/>
            <pc:sldMk cId="3048447193" sldId="257"/>
            <ac:picMk id="35" creationId="{BDA536E1-EC0D-1324-C0B0-12EE0369BBD0}"/>
          </ac:picMkLst>
        </pc:picChg>
        <pc:picChg chg="add mod">
          <ac:chgData name="Arianna Bresci" userId="a85e552e-b41e-42b4-8201-f5f5dbb737df" providerId="ADAL" clId="{C342B406-2A28-408C-B080-D1F059233668}" dt="2026-02-02T22:55:22.820" v="1092" actId="1076"/>
          <ac:picMkLst>
            <pc:docMk/>
            <pc:sldMk cId="3048447193" sldId="257"/>
            <ac:picMk id="43" creationId="{ABE9AF6D-E27E-B8AA-3E59-59FF7AA76BD9}"/>
          </ac:picMkLst>
        </pc:picChg>
        <pc:picChg chg="add mod">
          <ac:chgData name="Arianna Bresci" userId="a85e552e-b41e-42b4-8201-f5f5dbb737df" providerId="ADAL" clId="{C342B406-2A28-408C-B080-D1F059233668}" dt="2026-02-02T22:56:13.515" v="1097" actId="1076"/>
          <ac:picMkLst>
            <pc:docMk/>
            <pc:sldMk cId="3048447193" sldId="257"/>
            <ac:picMk id="45" creationId="{2F01B3D5-119A-9725-BAA2-41D80A3172EE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2T21:39:18.996" v="503" actId="14100"/>
        <pc:sldMkLst>
          <pc:docMk/>
          <pc:sldMk cId="338426162" sldId="258"/>
        </pc:sldMkLst>
        <pc:spChg chg="mod">
          <ac:chgData name="Arianna Bresci" userId="a85e552e-b41e-42b4-8201-f5f5dbb737df" providerId="ADAL" clId="{C342B406-2A28-408C-B080-D1F059233668}" dt="2026-02-02T21:38:04.146" v="493" actId="1076"/>
          <ac:spMkLst>
            <pc:docMk/>
            <pc:sldMk cId="338426162" sldId="258"/>
            <ac:spMk id="10" creationId="{FAE746AA-F2A6-485A-4A1F-935FFE40A1AF}"/>
          </ac:spMkLst>
        </pc:spChg>
        <pc:spChg chg="mod">
          <ac:chgData name="Arianna Bresci" userId="a85e552e-b41e-42b4-8201-f5f5dbb737df" providerId="ADAL" clId="{C342B406-2A28-408C-B080-D1F059233668}" dt="2026-02-02T21:38:04.146" v="493" actId="1076"/>
          <ac:spMkLst>
            <pc:docMk/>
            <pc:sldMk cId="338426162" sldId="258"/>
            <ac:spMk id="11" creationId="{8EC68045-A45A-C707-8E8B-6FE523BD57FC}"/>
          </ac:spMkLst>
        </pc:spChg>
        <pc:spChg chg="mod">
          <ac:chgData name="Arianna Bresci" userId="a85e552e-b41e-42b4-8201-f5f5dbb737df" providerId="ADAL" clId="{C342B406-2A28-408C-B080-D1F059233668}" dt="2026-02-02T21:39:18.996" v="503" actId="14100"/>
          <ac:spMkLst>
            <pc:docMk/>
            <pc:sldMk cId="338426162" sldId="258"/>
            <ac:spMk id="31" creationId="{1E325234-F67B-EFC5-45D8-95EE9513AB8B}"/>
          </ac:spMkLst>
        </pc:spChg>
        <pc:picChg chg="add mod">
          <ac:chgData name="Arianna Bresci" userId="a85e552e-b41e-42b4-8201-f5f5dbb737df" providerId="ADAL" clId="{C342B406-2A28-408C-B080-D1F059233668}" dt="2026-02-02T21:39:03.794" v="497" actId="1076"/>
          <ac:picMkLst>
            <pc:docMk/>
            <pc:sldMk cId="338426162" sldId="258"/>
            <ac:picMk id="4" creationId="{9881F1AB-EEE8-05FB-61C8-22EDEB689809}"/>
          </ac:picMkLst>
        </pc:picChg>
        <pc:picChg chg="mod">
          <ac:chgData name="Arianna Bresci" userId="a85e552e-b41e-42b4-8201-f5f5dbb737df" providerId="ADAL" clId="{C342B406-2A28-408C-B080-D1F059233668}" dt="2026-02-02T21:38:04.146" v="493" actId="1076"/>
          <ac:picMkLst>
            <pc:docMk/>
            <pc:sldMk cId="338426162" sldId="258"/>
            <ac:picMk id="7" creationId="{872C1EB6-ACEB-ECA2-C368-B82180D06EAA}"/>
          </ac:picMkLst>
        </pc:picChg>
        <pc:picChg chg="mod">
          <ac:chgData name="Arianna Bresci" userId="a85e552e-b41e-42b4-8201-f5f5dbb737df" providerId="ADAL" clId="{C342B406-2A28-408C-B080-D1F059233668}" dt="2026-02-02T21:38:04.146" v="493" actId="1076"/>
          <ac:picMkLst>
            <pc:docMk/>
            <pc:sldMk cId="338426162" sldId="258"/>
            <ac:picMk id="9" creationId="{E60ED1E1-6B0A-DC75-6BC0-5C78835A3D08}"/>
          </ac:picMkLst>
        </pc:picChg>
      </pc:sldChg>
      <pc:sldChg chg="addSp delSp modSp new mod">
        <pc:chgData name="Arianna Bresci" userId="a85e552e-b41e-42b4-8201-f5f5dbb737df" providerId="ADAL" clId="{C342B406-2A28-408C-B080-D1F059233668}" dt="2026-02-02T21:51:11.074" v="726" actId="1076"/>
        <pc:sldMkLst>
          <pc:docMk/>
          <pc:sldMk cId="2982301615" sldId="259"/>
        </pc:sldMkLst>
        <pc:spChg chg="add mod">
          <ac:chgData name="Arianna Bresci" userId="a85e552e-b41e-42b4-8201-f5f5dbb737df" providerId="ADAL" clId="{C342B406-2A28-408C-B080-D1F059233668}" dt="2026-02-02T21:51:11.074" v="726" actId="1076"/>
          <ac:spMkLst>
            <pc:docMk/>
            <pc:sldMk cId="2982301615" sldId="259"/>
            <ac:spMk id="6" creationId="{9E743A1A-044A-4E5E-2BBC-72AAAE2D4575}"/>
          </ac:spMkLst>
        </pc:spChg>
        <pc:picChg chg="add mod modCrop">
          <ac:chgData name="Arianna Bresci" userId="a85e552e-b41e-42b4-8201-f5f5dbb737df" providerId="ADAL" clId="{C342B406-2A28-408C-B080-D1F059233668}" dt="2026-02-02T21:51:11.074" v="726" actId="1076"/>
          <ac:picMkLst>
            <pc:docMk/>
            <pc:sldMk cId="2982301615" sldId="259"/>
            <ac:picMk id="5" creationId="{5E5B6F36-60A8-7762-61CE-ECA2EFCEB598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2T21:43:46.878" v="605" actId="20577"/>
        <pc:sldMkLst>
          <pc:docMk/>
          <pc:sldMk cId="3611313203" sldId="260"/>
        </pc:sldMkLst>
        <pc:spChg chg="mod">
          <ac:chgData name="Arianna Bresci" userId="a85e552e-b41e-42b4-8201-f5f5dbb737df" providerId="ADAL" clId="{C342B406-2A28-408C-B080-D1F059233668}" dt="2026-02-02T21:42:13.981" v="551" actId="20577"/>
          <ac:spMkLst>
            <pc:docMk/>
            <pc:sldMk cId="3611313203" sldId="260"/>
            <ac:spMk id="10" creationId="{9C9AF2CA-38D2-1217-03EB-B8B503F98011}"/>
          </ac:spMkLst>
        </pc:spChg>
        <pc:spChg chg="mod">
          <ac:chgData name="Arianna Bresci" userId="a85e552e-b41e-42b4-8201-f5f5dbb737df" providerId="ADAL" clId="{C342B406-2A28-408C-B080-D1F059233668}" dt="2026-02-02T21:43:46.878" v="605" actId="20577"/>
          <ac:spMkLst>
            <pc:docMk/>
            <pc:sldMk cId="3611313203" sldId="260"/>
            <ac:spMk id="12" creationId="{99958E72-E3E2-65CA-AABE-399092008145}"/>
          </ac:spMkLst>
        </pc:spChg>
        <pc:picChg chg="add mod ord modCrop">
          <ac:chgData name="Arianna Bresci" userId="a85e552e-b41e-42b4-8201-f5f5dbb737df" providerId="ADAL" clId="{C342B406-2A28-408C-B080-D1F059233668}" dt="2026-02-02T21:42:12.214" v="549" actId="1076"/>
          <ac:picMkLst>
            <pc:docMk/>
            <pc:sldMk cId="3611313203" sldId="260"/>
            <ac:picMk id="3" creationId="{8D48A997-E725-FEF8-2C9F-2608EBA109C9}"/>
          </ac:picMkLst>
        </pc:picChg>
        <pc:picChg chg="mod">
          <ac:chgData name="Arianna Bresci" userId="a85e552e-b41e-42b4-8201-f5f5dbb737df" providerId="ADAL" clId="{C342B406-2A28-408C-B080-D1F059233668}" dt="2026-02-02T21:43:27.636" v="565" actId="1076"/>
          <ac:picMkLst>
            <pc:docMk/>
            <pc:sldMk cId="3611313203" sldId="260"/>
            <ac:picMk id="4" creationId="{05A9A402-6D94-9D35-C449-74C356F5A892}"/>
          </ac:picMkLst>
        </pc:picChg>
        <pc:picChg chg="add mod">
          <ac:chgData name="Arianna Bresci" userId="a85e552e-b41e-42b4-8201-f5f5dbb737df" providerId="ADAL" clId="{C342B406-2A28-408C-B080-D1F059233668}" dt="2026-02-02T21:43:19.050" v="563" actId="1076"/>
          <ac:picMkLst>
            <pc:docMk/>
            <pc:sldMk cId="3611313203" sldId="260"/>
            <ac:picMk id="8" creationId="{11E2079D-1211-AC88-F0F8-424707DE48C8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2T23:06:29.431" v="1117" actId="1076"/>
        <pc:sldMkLst>
          <pc:docMk/>
          <pc:sldMk cId="178888719" sldId="261"/>
        </pc:sldMkLst>
        <pc:spChg chg="add mod">
          <ac:chgData name="Arianna Bresci" userId="a85e552e-b41e-42b4-8201-f5f5dbb737df" providerId="ADAL" clId="{C342B406-2A28-408C-B080-D1F059233668}" dt="2026-02-02T21:44:48.766" v="616" actId="1076"/>
          <ac:spMkLst>
            <pc:docMk/>
            <pc:sldMk cId="178888719" sldId="261"/>
            <ac:spMk id="4" creationId="{719761EE-66B1-E6E3-F644-D5001ADD0084}"/>
          </ac:spMkLst>
        </pc:spChg>
        <pc:spChg chg="add mod">
          <ac:chgData name="Arianna Bresci" userId="a85e552e-b41e-42b4-8201-f5f5dbb737df" providerId="ADAL" clId="{C342B406-2A28-408C-B080-D1F059233668}" dt="2026-02-02T21:50:30.268" v="719" actId="1076"/>
          <ac:spMkLst>
            <pc:docMk/>
            <pc:sldMk cId="178888719" sldId="261"/>
            <ac:spMk id="14" creationId="{77B3C191-238D-4C4D-7284-35DE2E708D0F}"/>
          </ac:spMkLst>
        </pc:spChg>
        <pc:spChg chg="mod ord">
          <ac:chgData name="Arianna Bresci" userId="a85e552e-b41e-42b4-8201-f5f5dbb737df" providerId="ADAL" clId="{C342B406-2A28-408C-B080-D1F059233668}" dt="2026-02-02T21:48:11.995" v="692" actId="1076"/>
          <ac:spMkLst>
            <pc:docMk/>
            <pc:sldMk cId="178888719" sldId="261"/>
            <ac:spMk id="38" creationId="{80BF7189-C1FD-41FE-4ADA-FC8F29AE35E0}"/>
          </ac:spMkLst>
        </pc:spChg>
        <pc:spChg chg="mod ord">
          <ac:chgData name="Arianna Bresci" userId="a85e552e-b41e-42b4-8201-f5f5dbb737df" providerId="ADAL" clId="{C342B406-2A28-408C-B080-D1F059233668}" dt="2026-02-02T21:49:01.771" v="707" actId="1076"/>
          <ac:spMkLst>
            <pc:docMk/>
            <pc:sldMk cId="178888719" sldId="261"/>
            <ac:spMk id="39" creationId="{92B64F94-0966-30A0-5C39-94DC808222D1}"/>
          </ac:spMkLst>
        </pc:spChg>
        <pc:picChg chg="add mod">
          <ac:chgData name="Arianna Bresci" userId="a85e552e-b41e-42b4-8201-f5f5dbb737df" providerId="ADAL" clId="{C342B406-2A28-408C-B080-D1F059233668}" dt="2026-02-02T21:44:35.778" v="613" actId="1076"/>
          <ac:picMkLst>
            <pc:docMk/>
            <pc:sldMk cId="178888719" sldId="261"/>
            <ac:picMk id="2" creationId="{A80AF0BF-92BE-753E-5E7C-1EC0AFF917BA}"/>
          </ac:picMkLst>
        </pc:picChg>
        <pc:picChg chg="add mod">
          <ac:chgData name="Arianna Bresci" userId="a85e552e-b41e-42b4-8201-f5f5dbb737df" providerId="ADAL" clId="{C342B406-2A28-408C-B080-D1F059233668}" dt="2026-02-02T21:44:48.766" v="616" actId="1076"/>
          <ac:picMkLst>
            <pc:docMk/>
            <pc:sldMk cId="178888719" sldId="261"/>
            <ac:picMk id="3" creationId="{37EBDBCA-9764-1970-4644-B3EB5521EC34}"/>
          </ac:picMkLst>
        </pc:picChg>
        <pc:picChg chg="add mod">
          <ac:chgData name="Arianna Bresci" userId="a85e552e-b41e-42b4-8201-f5f5dbb737df" providerId="ADAL" clId="{C342B406-2A28-408C-B080-D1F059233668}" dt="2026-02-02T21:48:07.068" v="691" actId="1076"/>
          <ac:picMkLst>
            <pc:docMk/>
            <pc:sldMk cId="178888719" sldId="261"/>
            <ac:picMk id="11" creationId="{E20C421B-DD1A-0E33-2089-0E321A0431E8}"/>
          </ac:picMkLst>
        </pc:picChg>
        <pc:picChg chg="add mod">
          <ac:chgData name="Arianna Bresci" userId="a85e552e-b41e-42b4-8201-f5f5dbb737df" providerId="ADAL" clId="{C342B406-2A28-408C-B080-D1F059233668}" dt="2026-02-02T22:58:42.003" v="1112" actId="1076"/>
          <ac:picMkLst>
            <pc:docMk/>
            <pc:sldMk cId="178888719" sldId="261"/>
            <ac:picMk id="16" creationId="{3AF09DF0-1FDC-8F87-66E1-3A4F804FEC46}"/>
          </ac:picMkLst>
        </pc:picChg>
        <pc:picChg chg="add mod">
          <ac:chgData name="Arianna Bresci" userId="a85e552e-b41e-42b4-8201-f5f5dbb737df" providerId="ADAL" clId="{C342B406-2A28-408C-B080-D1F059233668}" dt="2026-02-02T23:06:29.431" v="1117" actId="1076"/>
          <ac:picMkLst>
            <pc:docMk/>
            <pc:sldMk cId="178888719" sldId="261"/>
            <ac:picMk id="18" creationId="{250B2BC2-443F-179F-F744-75A9E51BF5F3}"/>
          </ac:picMkLst>
        </pc:picChg>
      </pc:sldChg>
      <pc:sldChg chg="addSp delSp modSp new mod">
        <pc:chgData name="Arianna Bresci" userId="a85e552e-b41e-42b4-8201-f5f5dbb737df" providerId="ADAL" clId="{C342B406-2A28-408C-B080-D1F059233668}" dt="2026-02-02T21:50:58.925" v="724" actId="1076"/>
        <pc:sldMkLst>
          <pc:docMk/>
          <pc:sldMk cId="2069652442" sldId="262"/>
        </pc:sldMkLst>
        <pc:spChg chg="add mod">
          <ac:chgData name="Arianna Bresci" userId="a85e552e-b41e-42b4-8201-f5f5dbb737df" providerId="ADAL" clId="{C342B406-2A28-408C-B080-D1F059233668}" dt="2026-02-02T21:50:58.925" v="724" actId="1076"/>
          <ac:spMkLst>
            <pc:docMk/>
            <pc:sldMk cId="2069652442" sldId="262"/>
            <ac:spMk id="5" creationId="{A3343620-D329-4B55-0C81-375661EE86A3}"/>
          </ac:spMkLst>
        </pc:spChg>
        <pc:picChg chg="add mod">
          <ac:chgData name="Arianna Bresci" userId="a85e552e-b41e-42b4-8201-f5f5dbb737df" providerId="ADAL" clId="{C342B406-2A28-408C-B080-D1F059233668}" dt="2026-02-02T21:50:58.925" v="724" actId="1076"/>
          <ac:picMkLst>
            <pc:docMk/>
            <pc:sldMk cId="2069652442" sldId="262"/>
            <ac:picMk id="4" creationId="{AAB34777-047F-C643-43FB-C7A29ACF6C57}"/>
          </ac:picMkLst>
        </pc:picChg>
      </pc:sldChg>
      <pc:sldChg chg="addSp modSp add mod">
        <pc:chgData name="Arianna Bresci" userId="a85e552e-b41e-42b4-8201-f5f5dbb737df" providerId="ADAL" clId="{C342B406-2A28-408C-B080-D1F059233668}" dt="2026-02-02T22:16:49.915" v="880" actId="1076"/>
        <pc:sldMkLst>
          <pc:docMk/>
          <pc:sldMk cId="2068002488" sldId="263"/>
        </pc:sldMkLst>
        <pc:spChg chg="add mod">
          <ac:chgData name="Arianna Bresci" userId="a85e552e-b41e-42b4-8201-f5f5dbb737df" providerId="ADAL" clId="{C342B406-2A28-408C-B080-D1F059233668}" dt="2026-02-02T22:02:51.019" v="732"/>
          <ac:spMkLst>
            <pc:docMk/>
            <pc:sldMk cId="2068002488" sldId="263"/>
            <ac:spMk id="7" creationId="{0CA80490-D980-3225-13D4-157D3CCD15AF}"/>
          </ac:spMkLst>
        </pc:spChg>
        <pc:spChg chg="add mod">
          <ac:chgData name="Arianna Bresci" userId="a85e552e-b41e-42b4-8201-f5f5dbb737df" providerId="ADAL" clId="{C342B406-2A28-408C-B080-D1F059233668}" dt="2026-02-02T22:03:01.712" v="734"/>
          <ac:spMkLst>
            <pc:docMk/>
            <pc:sldMk cId="2068002488" sldId="263"/>
            <ac:spMk id="10" creationId="{066160E3-7F50-F8CB-0A6E-9808BE59F534}"/>
          </ac:spMkLst>
        </pc:spChg>
        <pc:spChg chg="add mod">
          <ac:chgData name="Arianna Bresci" userId="a85e552e-b41e-42b4-8201-f5f5dbb737df" providerId="ADAL" clId="{C342B406-2A28-408C-B080-D1F059233668}" dt="2026-02-02T22:03:57.850" v="794" actId="1076"/>
          <ac:spMkLst>
            <pc:docMk/>
            <pc:sldMk cId="2068002488" sldId="263"/>
            <ac:spMk id="11" creationId="{9C3857B4-3911-572A-CB7F-166871B2DAA7}"/>
          </ac:spMkLst>
        </pc:spChg>
        <pc:spChg chg="add mod">
          <ac:chgData name="Arianna Bresci" userId="a85e552e-b41e-42b4-8201-f5f5dbb737df" providerId="ADAL" clId="{C342B406-2A28-408C-B080-D1F059233668}" dt="2026-02-02T22:16:40.555" v="879" actId="1076"/>
          <ac:spMkLst>
            <pc:docMk/>
            <pc:sldMk cId="2068002488" sldId="263"/>
            <ac:spMk id="18" creationId="{455585B3-CEA8-1382-928E-80BEC8F078C2}"/>
          </ac:spMkLst>
        </pc:spChg>
        <pc:spChg chg="add mod">
          <ac:chgData name="Arianna Bresci" userId="a85e552e-b41e-42b4-8201-f5f5dbb737df" providerId="ADAL" clId="{C342B406-2A28-408C-B080-D1F059233668}" dt="2026-02-02T22:15:57.244" v="864" actId="1076"/>
          <ac:spMkLst>
            <pc:docMk/>
            <pc:sldMk cId="2068002488" sldId="263"/>
            <ac:spMk id="19" creationId="{F67689E2-0140-ACE0-31C1-2F377BE0DA69}"/>
          </ac:spMkLst>
        </pc:spChg>
        <pc:spChg chg="add mod">
          <ac:chgData name="Arianna Bresci" userId="a85e552e-b41e-42b4-8201-f5f5dbb737df" providerId="ADAL" clId="{C342B406-2A28-408C-B080-D1F059233668}" dt="2026-02-02T22:16:49.915" v="880" actId="1076"/>
          <ac:spMkLst>
            <pc:docMk/>
            <pc:sldMk cId="2068002488" sldId="263"/>
            <ac:spMk id="20" creationId="{A5F9C6C8-463E-78C1-EB5C-46F757147075}"/>
          </ac:spMkLst>
        </pc:spChg>
        <pc:picChg chg="add mod">
          <ac:chgData name="Arianna Bresci" userId="a85e552e-b41e-42b4-8201-f5f5dbb737df" providerId="ADAL" clId="{C342B406-2A28-408C-B080-D1F059233668}" dt="2026-02-02T22:13:51.951" v="810" actId="1076"/>
          <ac:picMkLst>
            <pc:docMk/>
            <pc:sldMk cId="2068002488" sldId="263"/>
            <ac:picMk id="3" creationId="{A9441DE1-E7E2-5C32-CF96-096E6924E4E6}"/>
          </ac:picMkLst>
        </pc:picChg>
        <pc:picChg chg="add mod">
          <ac:chgData name="Arianna Bresci" userId="a85e552e-b41e-42b4-8201-f5f5dbb737df" providerId="ADAL" clId="{C342B406-2A28-408C-B080-D1F059233668}" dt="2026-02-02T22:02:51.019" v="732"/>
          <ac:picMkLst>
            <pc:docMk/>
            <pc:sldMk cId="2068002488" sldId="263"/>
            <ac:picMk id="4" creationId="{5D73F999-413E-FA65-7B9B-1BEA69618A77}"/>
          </ac:picMkLst>
        </pc:picChg>
        <pc:picChg chg="add mod">
          <ac:chgData name="Arianna Bresci" userId="a85e552e-b41e-42b4-8201-f5f5dbb737df" providerId="ADAL" clId="{C342B406-2A28-408C-B080-D1F059233668}" dt="2026-02-02T22:02:51.019" v="732"/>
          <ac:picMkLst>
            <pc:docMk/>
            <pc:sldMk cId="2068002488" sldId="263"/>
            <ac:picMk id="8" creationId="{6BD5FE64-390D-7792-A3B3-34BD3ACED094}"/>
          </ac:picMkLst>
        </pc:picChg>
        <pc:picChg chg="add mod">
          <ac:chgData name="Arianna Bresci" userId="a85e552e-b41e-42b4-8201-f5f5dbb737df" providerId="ADAL" clId="{C342B406-2A28-408C-B080-D1F059233668}" dt="2026-02-02T22:03:01.712" v="734"/>
          <ac:picMkLst>
            <pc:docMk/>
            <pc:sldMk cId="2068002488" sldId="263"/>
            <ac:picMk id="9" creationId="{28B788BD-80B9-728D-A36A-6A54B3DF4924}"/>
          </ac:picMkLst>
        </pc:picChg>
        <pc:picChg chg="add mod modCrop">
          <ac:chgData name="Arianna Bresci" userId="a85e552e-b41e-42b4-8201-f5f5dbb737df" providerId="ADAL" clId="{C342B406-2A28-408C-B080-D1F059233668}" dt="2026-02-02T22:16:49.915" v="880" actId="1076"/>
          <ac:picMkLst>
            <pc:docMk/>
            <pc:sldMk cId="2068002488" sldId="263"/>
            <ac:picMk id="13" creationId="{5D6572BC-432A-4BBE-F1F3-5426AA089361}"/>
          </ac:picMkLst>
        </pc:picChg>
        <pc:picChg chg="add mod modCrop">
          <ac:chgData name="Arianna Bresci" userId="a85e552e-b41e-42b4-8201-f5f5dbb737df" providerId="ADAL" clId="{C342B406-2A28-408C-B080-D1F059233668}" dt="2026-02-02T22:16:40.555" v="879" actId="1076"/>
          <ac:picMkLst>
            <pc:docMk/>
            <pc:sldMk cId="2068002488" sldId="263"/>
            <ac:picMk id="15" creationId="{F8E7084B-01AA-624A-69BD-B16C60FBB342}"/>
          </ac:picMkLst>
        </pc:picChg>
        <pc:picChg chg="add mod modCrop">
          <ac:chgData name="Arianna Bresci" userId="a85e552e-b41e-42b4-8201-f5f5dbb737df" providerId="ADAL" clId="{C342B406-2A28-408C-B080-D1F059233668}" dt="2026-02-02T22:15:34.062" v="860" actId="1038"/>
          <ac:picMkLst>
            <pc:docMk/>
            <pc:sldMk cId="2068002488" sldId="263"/>
            <ac:picMk id="17" creationId="{343832EE-7559-F3A4-6B08-869FEE479161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2T22:30:46.805" v="959" actId="1076"/>
        <pc:sldMkLst>
          <pc:docMk/>
          <pc:sldMk cId="2266568754" sldId="264"/>
        </pc:sldMkLst>
        <pc:spChg chg="add mod">
          <ac:chgData name="Arianna Bresci" userId="a85e552e-b41e-42b4-8201-f5f5dbb737df" providerId="ADAL" clId="{C342B406-2A28-408C-B080-D1F059233668}" dt="2026-02-02T22:28:06.442" v="945" actId="1076"/>
          <ac:spMkLst>
            <pc:docMk/>
            <pc:sldMk cId="2266568754" sldId="264"/>
            <ac:spMk id="2" creationId="{8E4327B5-0F5D-1EF2-BDDB-28ED0554CB80}"/>
          </ac:spMkLst>
        </pc:spChg>
        <pc:spChg chg="mod">
          <ac:chgData name="Arianna Bresci" userId="a85e552e-b41e-42b4-8201-f5f5dbb737df" providerId="ADAL" clId="{C342B406-2A28-408C-B080-D1F059233668}" dt="2026-02-02T22:17:17.810" v="888" actId="1076"/>
          <ac:spMkLst>
            <pc:docMk/>
            <pc:sldMk cId="2266568754" sldId="264"/>
            <ac:spMk id="6" creationId="{B54322EE-D8E4-C261-45B4-760B9148FE14}"/>
          </ac:spMkLst>
        </pc:spChg>
        <pc:spChg chg="mod">
          <ac:chgData name="Arianna Bresci" userId="a85e552e-b41e-42b4-8201-f5f5dbb737df" providerId="ADAL" clId="{C342B406-2A28-408C-B080-D1F059233668}" dt="2026-02-02T22:17:23.778" v="889" actId="1076"/>
          <ac:spMkLst>
            <pc:docMk/>
            <pc:sldMk cId="2266568754" sldId="264"/>
            <ac:spMk id="10" creationId="{4160D5F4-57DB-8A08-9945-AAE92D0C4AB2}"/>
          </ac:spMkLst>
        </pc:spChg>
        <pc:spChg chg="add mod">
          <ac:chgData name="Arianna Bresci" userId="a85e552e-b41e-42b4-8201-f5f5dbb737df" providerId="ADAL" clId="{C342B406-2A28-408C-B080-D1F059233668}" dt="2026-02-02T22:28:47.625" v="951" actId="20577"/>
          <ac:spMkLst>
            <pc:docMk/>
            <pc:sldMk cId="2266568754" sldId="264"/>
            <ac:spMk id="22" creationId="{E55C5926-4D6C-12FA-291C-F6CE52A16517}"/>
          </ac:spMkLst>
        </pc:spChg>
        <pc:spChg chg="add mod">
          <ac:chgData name="Arianna Bresci" userId="a85e552e-b41e-42b4-8201-f5f5dbb737df" providerId="ADAL" clId="{C342B406-2A28-408C-B080-D1F059233668}" dt="2026-02-02T22:30:46.805" v="959" actId="1076"/>
          <ac:spMkLst>
            <pc:docMk/>
            <pc:sldMk cId="2266568754" sldId="264"/>
            <ac:spMk id="25" creationId="{6CCC8932-E9B4-5F72-8493-44F44BC8855C}"/>
          </ac:spMkLst>
        </pc:spChg>
        <pc:picChg chg="mod">
          <ac:chgData name="Arianna Bresci" userId="a85e552e-b41e-42b4-8201-f5f5dbb737df" providerId="ADAL" clId="{C342B406-2A28-408C-B080-D1F059233668}" dt="2026-02-02T22:17:35.217" v="891" actId="1076"/>
          <ac:picMkLst>
            <pc:docMk/>
            <pc:sldMk cId="2266568754" sldId="264"/>
            <ac:picMk id="3" creationId="{BAD44035-4684-6C10-2822-D29466C6F7BA}"/>
          </ac:picMkLst>
        </pc:picChg>
        <pc:picChg chg="mod">
          <ac:chgData name="Arianna Bresci" userId="a85e552e-b41e-42b4-8201-f5f5dbb737df" providerId="ADAL" clId="{C342B406-2A28-408C-B080-D1F059233668}" dt="2026-02-02T22:17:17.810" v="888" actId="1076"/>
          <ac:picMkLst>
            <pc:docMk/>
            <pc:sldMk cId="2266568754" sldId="264"/>
            <ac:picMk id="5" creationId="{1901FACC-20AF-6718-B27E-3241A677275A}"/>
          </ac:picMkLst>
        </pc:picChg>
        <pc:picChg chg="mod">
          <ac:chgData name="Arianna Bresci" userId="a85e552e-b41e-42b4-8201-f5f5dbb737df" providerId="ADAL" clId="{C342B406-2A28-408C-B080-D1F059233668}" dt="2026-02-02T22:17:23.778" v="889" actId="1076"/>
          <ac:picMkLst>
            <pc:docMk/>
            <pc:sldMk cId="2266568754" sldId="264"/>
            <ac:picMk id="9" creationId="{B9AB9754-7CDA-34C0-0768-6E90E0A8B2F7}"/>
          </ac:picMkLst>
        </pc:picChg>
        <pc:picChg chg="add mod">
          <ac:chgData name="Arianna Bresci" userId="a85e552e-b41e-42b4-8201-f5f5dbb737df" providerId="ADAL" clId="{C342B406-2A28-408C-B080-D1F059233668}" dt="2026-02-02T22:28:17.374" v="947" actId="1076"/>
          <ac:picMkLst>
            <pc:docMk/>
            <pc:sldMk cId="2266568754" sldId="264"/>
            <ac:picMk id="21" creationId="{D642AA9D-7306-3131-844C-E95131BDA3A6}"/>
          </ac:picMkLst>
        </pc:picChg>
        <pc:picChg chg="add mod">
          <ac:chgData name="Arianna Bresci" userId="a85e552e-b41e-42b4-8201-f5f5dbb737df" providerId="ADAL" clId="{C342B406-2A28-408C-B080-D1F059233668}" dt="2026-02-02T22:30:28.947" v="955" actId="1076"/>
          <ac:picMkLst>
            <pc:docMk/>
            <pc:sldMk cId="2266568754" sldId="264"/>
            <ac:picMk id="24" creationId="{3AE96D3E-5ECB-83E2-4ADB-1B7418466C69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2T22:35:33.219" v="967" actId="1076"/>
        <pc:sldMkLst>
          <pc:docMk/>
          <pc:sldMk cId="139613324" sldId="265"/>
        </pc:sldMkLst>
        <pc:spChg chg="add mod">
          <ac:chgData name="Arianna Bresci" userId="a85e552e-b41e-42b4-8201-f5f5dbb737df" providerId="ADAL" clId="{C342B406-2A28-408C-B080-D1F059233668}" dt="2026-02-02T22:31:14.467" v="962"/>
          <ac:spMkLst>
            <pc:docMk/>
            <pc:sldMk cId="139613324" sldId="265"/>
            <ac:spMk id="12" creationId="{3476A209-0D13-198E-A5A2-64581BDD1FBE}"/>
          </ac:spMkLst>
        </pc:spChg>
        <pc:picChg chg="add mod">
          <ac:chgData name="Arianna Bresci" userId="a85e552e-b41e-42b4-8201-f5f5dbb737df" providerId="ADAL" clId="{C342B406-2A28-408C-B080-D1F059233668}" dt="2026-02-02T22:31:14.467" v="962"/>
          <ac:picMkLst>
            <pc:docMk/>
            <pc:sldMk cId="139613324" sldId="265"/>
            <ac:picMk id="2" creationId="{B22EDF8A-9E81-E93E-9EF6-324A58C10C59}"/>
          </ac:picMkLst>
        </pc:picChg>
        <pc:picChg chg="add mod">
          <ac:chgData name="Arianna Bresci" userId="a85e552e-b41e-42b4-8201-f5f5dbb737df" providerId="ADAL" clId="{C342B406-2A28-408C-B080-D1F059233668}" dt="2026-02-02T22:35:33.219" v="967" actId="1076"/>
          <ac:picMkLst>
            <pc:docMk/>
            <pc:sldMk cId="139613324" sldId="265"/>
            <ac:picMk id="16" creationId="{FCDF4E4D-0A1B-2315-CA27-E1EF947528EA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2T22:46:58.590" v="1085" actId="1035"/>
        <pc:sldMkLst>
          <pc:docMk/>
          <pc:sldMk cId="2093823606" sldId="266"/>
        </pc:sldMkLst>
        <pc:spChg chg="mod">
          <ac:chgData name="Arianna Bresci" userId="a85e552e-b41e-42b4-8201-f5f5dbb737df" providerId="ADAL" clId="{C342B406-2A28-408C-B080-D1F059233668}" dt="2026-02-02T22:36:11.451" v="980" actId="1076"/>
          <ac:spMkLst>
            <pc:docMk/>
            <pc:sldMk cId="2093823606" sldId="266"/>
            <ac:spMk id="6" creationId="{C3BB03C0-049A-58FE-DE2B-DB8AE038DC04}"/>
          </ac:spMkLst>
        </pc:spChg>
        <pc:spChg chg="mod">
          <ac:chgData name="Arianna Bresci" userId="a85e552e-b41e-42b4-8201-f5f5dbb737df" providerId="ADAL" clId="{C342B406-2A28-408C-B080-D1F059233668}" dt="2026-02-02T22:36:11.451" v="980" actId="1076"/>
          <ac:spMkLst>
            <pc:docMk/>
            <pc:sldMk cId="2093823606" sldId="266"/>
            <ac:spMk id="12" creationId="{58F8FBDD-7815-D2DD-B08E-8CF753C2A6B2}"/>
          </ac:spMkLst>
        </pc:spChg>
        <pc:spChg chg="add mod">
          <ac:chgData name="Arianna Bresci" userId="a85e552e-b41e-42b4-8201-f5f5dbb737df" providerId="ADAL" clId="{C342B406-2A28-408C-B080-D1F059233668}" dt="2026-02-02T22:46:58.590" v="1085" actId="1035"/>
          <ac:spMkLst>
            <pc:docMk/>
            <pc:sldMk cId="2093823606" sldId="266"/>
            <ac:spMk id="23" creationId="{F2A8128F-33DD-D5C3-956C-433C50E1BE69}"/>
          </ac:spMkLst>
        </pc:spChg>
        <pc:spChg chg="add mod">
          <ac:chgData name="Arianna Bresci" userId="a85e552e-b41e-42b4-8201-f5f5dbb737df" providerId="ADAL" clId="{C342B406-2A28-408C-B080-D1F059233668}" dt="2026-02-02T22:46:58.590" v="1085" actId="1035"/>
          <ac:spMkLst>
            <pc:docMk/>
            <pc:sldMk cId="2093823606" sldId="266"/>
            <ac:spMk id="24" creationId="{E81A810D-66C8-11D9-1144-492FD0918B38}"/>
          </ac:spMkLst>
        </pc:spChg>
        <pc:spChg chg="add mod">
          <ac:chgData name="Arianna Bresci" userId="a85e552e-b41e-42b4-8201-f5f5dbb737df" providerId="ADAL" clId="{C342B406-2A28-408C-B080-D1F059233668}" dt="2026-02-02T22:46:58.590" v="1085" actId="1035"/>
          <ac:spMkLst>
            <pc:docMk/>
            <pc:sldMk cId="2093823606" sldId="266"/>
            <ac:spMk id="25" creationId="{86D16C87-62E7-7461-6A84-37B50E1B9E07}"/>
          </ac:spMkLst>
        </pc:spChg>
        <pc:picChg chg="mod">
          <ac:chgData name="Arianna Bresci" userId="a85e552e-b41e-42b4-8201-f5f5dbb737df" providerId="ADAL" clId="{C342B406-2A28-408C-B080-D1F059233668}" dt="2026-02-02T22:36:11.451" v="980" actId="1076"/>
          <ac:picMkLst>
            <pc:docMk/>
            <pc:sldMk cId="2093823606" sldId="266"/>
            <ac:picMk id="2" creationId="{22D198E7-BC2D-FA18-24DD-7D4C02B16CD8}"/>
          </ac:picMkLst>
        </pc:picChg>
        <pc:picChg chg="mod">
          <ac:chgData name="Arianna Bresci" userId="a85e552e-b41e-42b4-8201-f5f5dbb737df" providerId="ADAL" clId="{C342B406-2A28-408C-B080-D1F059233668}" dt="2026-02-02T22:36:11.451" v="980" actId="1076"/>
          <ac:picMkLst>
            <pc:docMk/>
            <pc:sldMk cId="2093823606" sldId="266"/>
            <ac:picMk id="5" creationId="{56F648B3-41DB-3DAE-1AB0-27BD490EDF18}"/>
          </ac:picMkLst>
        </pc:picChg>
        <pc:picChg chg="add mod">
          <ac:chgData name="Arianna Bresci" userId="a85e552e-b41e-42b4-8201-f5f5dbb737df" providerId="ADAL" clId="{C342B406-2A28-408C-B080-D1F059233668}" dt="2026-02-02T22:46:58.590" v="1085" actId="1035"/>
          <ac:picMkLst>
            <pc:docMk/>
            <pc:sldMk cId="2093823606" sldId="266"/>
            <ac:picMk id="9" creationId="{56D1CDD8-9471-59AD-9769-EDDDE7418E1F}"/>
          </ac:picMkLst>
        </pc:picChg>
        <pc:picChg chg="add mod">
          <ac:chgData name="Arianna Bresci" userId="a85e552e-b41e-42b4-8201-f5f5dbb737df" providerId="ADAL" clId="{C342B406-2A28-408C-B080-D1F059233668}" dt="2026-02-02T22:46:58.590" v="1085" actId="1035"/>
          <ac:picMkLst>
            <pc:docMk/>
            <pc:sldMk cId="2093823606" sldId="266"/>
            <ac:picMk id="14" creationId="{F7505BFD-1D02-2012-D754-C0B41BA56986}"/>
          </ac:picMkLst>
        </pc:picChg>
        <pc:picChg chg="mod">
          <ac:chgData name="Arianna Bresci" userId="a85e552e-b41e-42b4-8201-f5f5dbb737df" providerId="ADAL" clId="{C342B406-2A28-408C-B080-D1F059233668}" dt="2026-02-02T22:36:11.451" v="980" actId="1076"/>
          <ac:picMkLst>
            <pc:docMk/>
            <pc:sldMk cId="2093823606" sldId="266"/>
            <ac:picMk id="16" creationId="{77ED5F04-E620-79C6-9303-46D5EA54DC7F}"/>
          </ac:picMkLst>
        </pc:picChg>
        <pc:picChg chg="add mod">
          <ac:chgData name="Arianna Bresci" userId="a85e552e-b41e-42b4-8201-f5f5dbb737df" providerId="ADAL" clId="{C342B406-2A28-408C-B080-D1F059233668}" dt="2026-02-02T22:46:58.590" v="1085" actId="1035"/>
          <ac:picMkLst>
            <pc:docMk/>
            <pc:sldMk cId="2093823606" sldId="266"/>
            <ac:picMk id="22" creationId="{312239D8-C0C7-1DA0-19FC-F777CA0CC11D}"/>
          </ac:picMkLst>
        </pc:picChg>
      </pc:sldChg>
      <pc:sldChg chg="addSp delSp modSp new mod">
        <pc:chgData name="Arianna Bresci" userId="a85e552e-b41e-42b4-8201-f5f5dbb737df" providerId="ADAL" clId="{C342B406-2A28-408C-B080-D1F059233668}" dt="2026-02-03T21:52:10.685" v="1159" actId="1076"/>
        <pc:sldMkLst>
          <pc:docMk/>
          <pc:sldMk cId="1952624030" sldId="267"/>
        </pc:sldMkLst>
        <pc:spChg chg="del">
          <ac:chgData name="Arianna Bresci" userId="a85e552e-b41e-42b4-8201-f5f5dbb737df" providerId="ADAL" clId="{C342B406-2A28-408C-B080-D1F059233668}" dt="2026-02-03T21:12:35.860" v="1120" actId="478"/>
          <ac:spMkLst>
            <pc:docMk/>
            <pc:sldMk cId="1952624030" sldId="267"/>
            <ac:spMk id="2" creationId="{4CEBD8E2-DD8C-CDDB-58B7-0CB930930301}"/>
          </ac:spMkLst>
        </pc:spChg>
        <pc:spChg chg="del">
          <ac:chgData name="Arianna Bresci" userId="a85e552e-b41e-42b4-8201-f5f5dbb737df" providerId="ADAL" clId="{C342B406-2A28-408C-B080-D1F059233668}" dt="2026-02-03T21:12:35.023" v="1119" actId="478"/>
          <ac:spMkLst>
            <pc:docMk/>
            <pc:sldMk cId="1952624030" sldId="267"/>
            <ac:spMk id="3" creationId="{FE9DDD76-B847-5DB0-840D-3D9DDBEB7FD0}"/>
          </ac:spMkLst>
        </pc:spChg>
        <pc:spChg chg="add mod">
          <ac:chgData name="Arianna Bresci" userId="a85e552e-b41e-42b4-8201-f5f5dbb737df" providerId="ADAL" clId="{C342B406-2A28-408C-B080-D1F059233668}" dt="2026-02-03T21:51:34.869" v="1147" actId="20577"/>
          <ac:spMkLst>
            <pc:docMk/>
            <pc:sldMk cId="1952624030" sldId="267"/>
            <ac:spMk id="4" creationId="{F7612D6C-86CA-AA65-0E3B-D5BA2DD2627C}"/>
          </ac:spMkLst>
        </pc:spChg>
        <pc:picChg chg="add mod modCrop">
          <ac:chgData name="Arianna Bresci" userId="a85e552e-b41e-42b4-8201-f5f5dbb737df" providerId="ADAL" clId="{C342B406-2A28-408C-B080-D1F059233668}" dt="2026-02-03T21:52:10.685" v="1159" actId="1076"/>
          <ac:picMkLst>
            <pc:docMk/>
            <pc:sldMk cId="1952624030" sldId="267"/>
            <ac:picMk id="6" creationId="{E67A69BA-48F0-2541-01C3-E5375A53FAF6}"/>
          </ac:picMkLst>
        </pc:picChg>
      </pc:sldChg>
      <pc:sldChg chg="addSp delSp modSp new mod">
        <pc:chgData name="Arianna Bresci" userId="a85e552e-b41e-42b4-8201-f5f5dbb737df" providerId="ADAL" clId="{C342B406-2A28-408C-B080-D1F059233668}" dt="2026-02-03T22:34:06.563" v="1257" actId="20577"/>
        <pc:sldMkLst>
          <pc:docMk/>
          <pc:sldMk cId="3965998526" sldId="268"/>
        </pc:sldMkLst>
        <pc:spChg chg="del">
          <ac:chgData name="Arianna Bresci" userId="a85e552e-b41e-42b4-8201-f5f5dbb737df" providerId="ADAL" clId="{C342B406-2A28-408C-B080-D1F059233668}" dt="2026-02-03T21:42:06.902" v="1123" actId="478"/>
          <ac:spMkLst>
            <pc:docMk/>
            <pc:sldMk cId="3965998526" sldId="268"/>
            <ac:spMk id="2" creationId="{4341501F-358B-5E0F-FA36-7522D96E608D}"/>
          </ac:spMkLst>
        </pc:spChg>
        <pc:spChg chg="del">
          <ac:chgData name="Arianna Bresci" userId="a85e552e-b41e-42b4-8201-f5f5dbb737df" providerId="ADAL" clId="{C342B406-2A28-408C-B080-D1F059233668}" dt="2026-02-03T21:42:06.054" v="1122" actId="478"/>
          <ac:spMkLst>
            <pc:docMk/>
            <pc:sldMk cId="3965998526" sldId="268"/>
            <ac:spMk id="3" creationId="{8A82190F-E002-CE29-099E-6FC47303B34E}"/>
          </ac:spMkLst>
        </pc:spChg>
        <pc:spChg chg="add mod">
          <ac:chgData name="Arianna Bresci" userId="a85e552e-b41e-42b4-8201-f5f5dbb737df" providerId="ADAL" clId="{C342B406-2A28-408C-B080-D1F059233668}" dt="2026-02-03T22:33:05.557" v="1247" actId="1076"/>
          <ac:spMkLst>
            <pc:docMk/>
            <pc:sldMk cId="3965998526" sldId="268"/>
            <ac:spMk id="8" creationId="{F65E026D-EA98-EC80-45FB-1C6FABC8BAB0}"/>
          </ac:spMkLst>
        </pc:spChg>
        <pc:spChg chg="add mod">
          <ac:chgData name="Arianna Bresci" userId="a85e552e-b41e-42b4-8201-f5f5dbb737df" providerId="ADAL" clId="{C342B406-2A28-408C-B080-D1F059233668}" dt="2026-02-03T22:33:02.105" v="1246" actId="1076"/>
          <ac:spMkLst>
            <pc:docMk/>
            <pc:sldMk cId="3965998526" sldId="268"/>
            <ac:spMk id="16" creationId="{A3227D11-8B4B-CDCD-8875-0DD8DCBB93CF}"/>
          </ac:spMkLst>
        </pc:spChg>
        <pc:spChg chg="add mod">
          <ac:chgData name="Arianna Bresci" userId="a85e552e-b41e-42b4-8201-f5f5dbb737df" providerId="ADAL" clId="{C342B406-2A28-408C-B080-D1F059233668}" dt="2026-02-03T22:33:02.105" v="1246" actId="1076"/>
          <ac:spMkLst>
            <pc:docMk/>
            <pc:sldMk cId="3965998526" sldId="268"/>
            <ac:spMk id="17" creationId="{B5DDB6B3-42BE-5DF1-53BB-039A034D4042}"/>
          </ac:spMkLst>
        </pc:spChg>
        <pc:spChg chg="add mod">
          <ac:chgData name="Arianna Bresci" userId="a85e552e-b41e-42b4-8201-f5f5dbb737df" providerId="ADAL" clId="{C342B406-2A28-408C-B080-D1F059233668}" dt="2026-02-03T22:33:02.105" v="1246" actId="1076"/>
          <ac:spMkLst>
            <pc:docMk/>
            <pc:sldMk cId="3965998526" sldId="268"/>
            <ac:spMk id="18" creationId="{2DC44D4B-0107-3D83-4643-CC28F82651B9}"/>
          </ac:spMkLst>
        </pc:spChg>
        <pc:spChg chg="add mod">
          <ac:chgData name="Arianna Bresci" userId="a85e552e-b41e-42b4-8201-f5f5dbb737df" providerId="ADAL" clId="{C342B406-2A28-408C-B080-D1F059233668}" dt="2026-02-03T22:32:28.332" v="1233" actId="1076"/>
          <ac:spMkLst>
            <pc:docMk/>
            <pc:sldMk cId="3965998526" sldId="268"/>
            <ac:spMk id="20" creationId="{71FC9DB9-CE8C-6D83-2462-2AE70A39D99E}"/>
          </ac:spMkLst>
        </pc:spChg>
        <pc:spChg chg="add mod">
          <ac:chgData name="Arianna Bresci" userId="a85e552e-b41e-42b4-8201-f5f5dbb737df" providerId="ADAL" clId="{C342B406-2A28-408C-B080-D1F059233668}" dt="2026-02-03T22:32:46.912" v="1242" actId="1076"/>
          <ac:spMkLst>
            <pc:docMk/>
            <pc:sldMk cId="3965998526" sldId="268"/>
            <ac:spMk id="22" creationId="{A264F5BE-5BBD-6782-3224-320463878732}"/>
          </ac:spMkLst>
        </pc:spChg>
        <pc:spChg chg="add mod">
          <ac:chgData name="Arianna Bresci" userId="a85e552e-b41e-42b4-8201-f5f5dbb737df" providerId="ADAL" clId="{C342B406-2A28-408C-B080-D1F059233668}" dt="2026-02-03T22:34:06.563" v="1257" actId="20577"/>
          <ac:spMkLst>
            <pc:docMk/>
            <pc:sldMk cId="3965998526" sldId="268"/>
            <ac:spMk id="24" creationId="{BCB67E93-E7EE-D4EC-F02E-B90F3415365E}"/>
          </ac:spMkLst>
        </pc:spChg>
        <pc:picChg chg="add mod">
          <ac:chgData name="Arianna Bresci" userId="a85e552e-b41e-42b4-8201-f5f5dbb737df" providerId="ADAL" clId="{C342B406-2A28-408C-B080-D1F059233668}" dt="2026-02-03T22:32:54.494" v="1245" actId="1076"/>
          <ac:picMkLst>
            <pc:docMk/>
            <pc:sldMk cId="3965998526" sldId="268"/>
            <ac:picMk id="5" creationId="{5632E0E6-B340-6B16-D94B-80A107787826}"/>
          </ac:picMkLst>
        </pc:picChg>
        <pc:picChg chg="add mod modCrop">
          <ac:chgData name="Arianna Bresci" userId="a85e552e-b41e-42b4-8201-f5f5dbb737df" providerId="ADAL" clId="{C342B406-2A28-408C-B080-D1F059233668}" dt="2026-02-03T22:33:09.523" v="1254" actId="1035"/>
          <ac:picMkLst>
            <pc:docMk/>
            <pc:sldMk cId="3965998526" sldId="268"/>
            <ac:picMk id="7" creationId="{A7DBE5C2-E4A4-5495-0E61-93A39DA063D4}"/>
          </ac:picMkLst>
        </pc:picChg>
        <pc:picChg chg="add mod">
          <ac:chgData name="Arianna Bresci" userId="a85e552e-b41e-42b4-8201-f5f5dbb737df" providerId="ADAL" clId="{C342B406-2A28-408C-B080-D1F059233668}" dt="2026-02-03T22:33:05.557" v="1247" actId="1076"/>
          <ac:picMkLst>
            <pc:docMk/>
            <pc:sldMk cId="3965998526" sldId="268"/>
            <ac:picMk id="9" creationId="{74A54F86-2BC0-1E43-37A2-A0B685ACF94D}"/>
          </ac:picMkLst>
        </pc:picChg>
        <pc:picChg chg="add mod modCrop">
          <ac:chgData name="Arianna Bresci" userId="a85e552e-b41e-42b4-8201-f5f5dbb737df" providerId="ADAL" clId="{C342B406-2A28-408C-B080-D1F059233668}" dt="2026-02-03T22:33:02.105" v="1246" actId="1076"/>
          <ac:picMkLst>
            <pc:docMk/>
            <pc:sldMk cId="3965998526" sldId="268"/>
            <ac:picMk id="11" creationId="{274B2718-DCF0-16D7-3E79-8FF4B05A3B1D}"/>
          </ac:picMkLst>
        </pc:picChg>
        <pc:picChg chg="add mod modCrop">
          <ac:chgData name="Arianna Bresci" userId="a85e552e-b41e-42b4-8201-f5f5dbb737df" providerId="ADAL" clId="{C342B406-2A28-408C-B080-D1F059233668}" dt="2026-02-03T22:33:02.105" v="1246" actId="1076"/>
          <ac:picMkLst>
            <pc:docMk/>
            <pc:sldMk cId="3965998526" sldId="268"/>
            <ac:picMk id="13" creationId="{5AD8E11B-ADDF-1F36-3D2B-C4A894946CD2}"/>
          </ac:picMkLst>
        </pc:picChg>
        <pc:picChg chg="add mod modCrop">
          <ac:chgData name="Arianna Bresci" userId="a85e552e-b41e-42b4-8201-f5f5dbb737df" providerId="ADAL" clId="{C342B406-2A28-408C-B080-D1F059233668}" dt="2026-02-03T22:33:02.105" v="1246" actId="1076"/>
          <ac:picMkLst>
            <pc:docMk/>
            <pc:sldMk cId="3965998526" sldId="268"/>
            <ac:picMk id="15" creationId="{8EF052A4-3B94-E579-834C-95FA9A65BA26}"/>
          </ac:picMkLst>
        </pc:picChg>
        <pc:picChg chg="add mod">
          <ac:chgData name="Arianna Bresci" userId="a85e552e-b41e-42b4-8201-f5f5dbb737df" providerId="ADAL" clId="{C342B406-2A28-408C-B080-D1F059233668}" dt="2026-02-03T22:32:14.597" v="1229" actId="1076"/>
          <ac:picMkLst>
            <pc:docMk/>
            <pc:sldMk cId="3965998526" sldId="268"/>
            <ac:picMk id="19" creationId="{E3D76FBD-C898-F218-1A37-AD0B1A41C0F7}"/>
          </ac:picMkLst>
        </pc:picChg>
        <pc:picChg chg="add mod">
          <ac:chgData name="Arianna Bresci" userId="a85e552e-b41e-42b4-8201-f5f5dbb737df" providerId="ADAL" clId="{C342B406-2A28-408C-B080-D1F059233668}" dt="2026-02-03T22:32:46.912" v="1242" actId="1076"/>
          <ac:picMkLst>
            <pc:docMk/>
            <pc:sldMk cId="3965998526" sldId="268"/>
            <ac:picMk id="21" creationId="{E52AA92F-67F3-4205-C7B4-DD09A331E8C2}"/>
          </ac:picMkLst>
        </pc:picChg>
        <pc:picChg chg="add mod">
          <ac:chgData name="Arianna Bresci" userId="a85e552e-b41e-42b4-8201-f5f5dbb737df" providerId="ADAL" clId="{C342B406-2A28-408C-B080-D1F059233668}" dt="2026-02-03T22:32:24.634" v="1232" actId="1076"/>
          <ac:picMkLst>
            <pc:docMk/>
            <pc:sldMk cId="3965998526" sldId="268"/>
            <ac:picMk id="23" creationId="{6CA2D291-4E01-2B4B-E0C5-B43A525F6E22}"/>
          </ac:picMkLst>
        </pc:picChg>
      </pc:sldChg>
      <pc:sldChg chg="modSp add mod">
        <pc:chgData name="Arianna Bresci" userId="a85e552e-b41e-42b4-8201-f5f5dbb737df" providerId="ADAL" clId="{C342B406-2A28-408C-B080-D1F059233668}" dt="2026-02-03T22:57:59.959" v="1370" actId="20577"/>
        <pc:sldMkLst>
          <pc:docMk/>
          <pc:sldMk cId="1699287176" sldId="269"/>
        </pc:sldMkLst>
        <pc:spChg chg="mod">
          <ac:chgData name="Arianna Bresci" userId="a85e552e-b41e-42b4-8201-f5f5dbb737df" providerId="ADAL" clId="{C342B406-2A28-408C-B080-D1F059233668}" dt="2026-02-03T22:57:59.959" v="1370" actId="20577"/>
          <ac:spMkLst>
            <pc:docMk/>
            <pc:sldMk cId="1699287176" sldId="269"/>
            <ac:spMk id="4" creationId="{75843902-A3E2-67EB-96EF-C4B52A3D6834}"/>
          </ac:spMkLst>
        </pc:spChg>
        <pc:picChg chg="mod modCrop">
          <ac:chgData name="Arianna Bresci" userId="a85e552e-b41e-42b4-8201-f5f5dbb737df" providerId="ADAL" clId="{C342B406-2A28-408C-B080-D1F059233668}" dt="2026-02-03T22:39:53.611" v="1259" actId="18131"/>
          <ac:picMkLst>
            <pc:docMk/>
            <pc:sldMk cId="1699287176" sldId="269"/>
            <ac:picMk id="6" creationId="{F6941E76-5BC5-9B48-C4C2-B8B3989B6DB0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4T17:32:45.319" v="2227" actId="1037"/>
        <pc:sldMkLst>
          <pc:docMk/>
          <pc:sldMk cId="2045326833" sldId="270"/>
        </pc:sldMkLst>
        <pc:spChg chg="mod">
          <ac:chgData name="Arianna Bresci" userId="a85e552e-b41e-42b4-8201-f5f5dbb737df" providerId="ADAL" clId="{C342B406-2A28-408C-B080-D1F059233668}" dt="2026-02-03T22:58:05.763" v="1377" actId="20577"/>
          <ac:spMkLst>
            <pc:docMk/>
            <pc:sldMk cId="2045326833" sldId="270"/>
            <ac:spMk id="8" creationId="{474C4D16-7DC8-4D4A-7EC8-1B3CB2B5E42E}"/>
          </ac:spMkLst>
        </pc:spChg>
        <pc:spChg chg="mod">
          <ac:chgData name="Arianna Bresci" userId="a85e552e-b41e-42b4-8201-f5f5dbb737df" providerId="ADAL" clId="{C342B406-2A28-408C-B080-D1F059233668}" dt="2026-02-03T22:57:40.685" v="1358" actId="1076"/>
          <ac:spMkLst>
            <pc:docMk/>
            <pc:sldMk cId="2045326833" sldId="270"/>
            <ac:spMk id="16" creationId="{407868AC-4BD1-5830-D287-4A201D055007}"/>
          </ac:spMkLst>
        </pc:spChg>
        <pc:spChg chg="mod">
          <ac:chgData name="Arianna Bresci" userId="a85e552e-b41e-42b4-8201-f5f5dbb737df" providerId="ADAL" clId="{C342B406-2A28-408C-B080-D1F059233668}" dt="2026-02-03T22:57:30.119" v="1356" actId="1076"/>
          <ac:spMkLst>
            <pc:docMk/>
            <pc:sldMk cId="2045326833" sldId="270"/>
            <ac:spMk id="17" creationId="{31D546CA-F8EF-36AD-7D72-7B52D2E8EE5F}"/>
          </ac:spMkLst>
        </pc:spChg>
        <pc:spChg chg="mod">
          <ac:chgData name="Arianna Bresci" userId="a85e552e-b41e-42b4-8201-f5f5dbb737df" providerId="ADAL" clId="{C342B406-2A28-408C-B080-D1F059233668}" dt="2026-02-03T22:57:40.685" v="1358" actId="1076"/>
          <ac:spMkLst>
            <pc:docMk/>
            <pc:sldMk cId="2045326833" sldId="270"/>
            <ac:spMk id="18" creationId="{4F1DBA0E-BA81-C6EC-5AA2-ADCD30657AE9}"/>
          </ac:spMkLst>
        </pc:spChg>
        <pc:spChg chg="mod">
          <ac:chgData name="Arianna Bresci" userId="a85e552e-b41e-42b4-8201-f5f5dbb737df" providerId="ADAL" clId="{C342B406-2A28-408C-B080-D1F059233668}" dt="2026-02-03T22:46:37.796" v="1291" actId="1076"/>
          <ac:spMkLst>
            <pc:docMk/>
            <pc:sldMk cId="2045326833" sldId="270"/>
            <ac:spMk id="20" creationId="{73A6E05A-E45B-4262-8C8B-0A5ED47B2869}"/>
          </ac:spMkLst>
        </pc:spChg>
        <pc:spChg chg="mod">
          <ac:chgData name="Arianna Bresci" userId="a85e552e-b41e-42b4-8201-f5f5dbb737df" providerId="ADAL" clId="{C342B406-2A28-408C-B080-D1F059233668}" dt="2026-02-03T22:57:45.992" v="1359" actId="1076"/>
          <ac:spMkLst>
            <pc:docMk/>
            <pc:sldMk cId="2045326833" sldId="270"/>
            <ac:spMk id="22" creationId="{F3253844-70BD-A307-E7DC-3813F3EDCF43}"/>
          </ac:spMkLst>
        </pc:spChg>
        <pc:spChg chg="mod">
          <ac:chgData name="Arianna Bresci" userId="a85e552e-b41e-42b4-8201-f5f5dbb737df" providerId="ADAL" clId="{C342B406-2A28-408C-B080-D1F059233668}" dt="2026-02-03T22:46:47.353" v="1295" actId="20577"/>
          <ac:spMkLst>
            <pc:docMk/>
            <pc:sldMk cId="2045326833" sldId="270"/>
            <ac:spMk id="24" creationId="{BF4F4723-5465-9788-3D96-382C74B4D93A}"/>
          </ac:spMkLst>
        </pc:spChg>
        <pc:spChg chg="add mod">
          <ac:chgData name="Arianna Bresci" userId="a85e552e-b41e-42b4-8201-f5f5dbb737df" providerId="ADAL" clId="{C342B406-2A28-408C-B080-D1F059233668}" dt="2026-02-03T23:18:20.622" v="1429" actId="20577"/>
          <ac:spMkLst>
            <pc:docMk/>
            <pc:sldMk cId="2045326833" sldId="270"/>
            <ac:spMk id="32" creationId="{324B3D1F-FD59-3426-E451-822507116280}"/>
          </ac:spMkLst>
        </pc:spChg>
        <pc:picChg chg="add mod modCrop">
          <ac:chgData name="Arianna Bresci" userId="a85e552e-b41e-42b4-8201-f5f5dbb737df" providerId="ADAL" clId="{C342B406-2A28-408C-B080-D1F059233668}" dt="2026-02-04T17:32:40.462" v="2223" actId="1076"/>
          <ac:picMkLst>
            <pc:docMk/>
            <pc:sldMk cId="2045326833" sldId="270"/>
            <ac:picMk id="3" creationId="{56D7AEDE-B244-D95F-D03E-0DB55D2F36C3}"/>
          </ac:picMkLst>
        </pc:picChg>
        <pc:picChg chg="add del mod">
          <ac:chgData name="Arianna Bresci" userId="a85e552e-b41e-42b4-8201-f5f5dbb737df" providerId="ADAL" clId="{C342B406-2A28-408C-B080-D1F059233668}" dt="2026-02-03T22:46:08.032" v="1279" actId="478"/>
          <ac:picMkLst>
            <pc:docMk/>
            <pc:sldMk cId="2045326833" sldId="270"/>
            <ac:picMk id="3" creationId="{A02D0CFA-3BB4-966C-A2A6-737AFC3D65AC}"/>
          </ac:picMkLst>
        </pc:picChg>
        <pc:picChg chg="del">
          <ac:chgData name="Arianna Bresci" userId="a85e552e-b41e-42b4-8201-f5f5dbb737df" providerId="ADAL" clId="{C342B406-2A28-408C-B080-D1F059233668}" dt="2026-02-03T22:40:22.796" v="1265" actId="478"/>
          <ac:picMkLst>
            <pc:docMk/>
            <pc:sldMk cId="2045326833" sldId="270"/>
            <ac:picMk id="5" creationId="{34CC5E71-F5A8-802B-DC7E-B1993A755DCC}"/>
          </ac:picMkLst>
        </pc:picChg>
        <pc:picChg chg="add mod modCrop">
          <ac:chgData name="Arianna Bresci" userId="a85e552e-b41e-42b4-8201-f5f5dbb737df" providerId="ADAL" clId="{C342B406-2A28-408C-B080-D1F059233668}" dt="2026-02-04T17:32:45.319" v="2227" actId="1037"/>
          <ac:picMkLst>
            <pc:docMk/>
            <pc:sldMk cId="2045326833" sldId="270"/>
            <ac:picMk id="5" creationId="{8AB0BE05-10C9-1E51-3375-40D7E671CAA1}"/>
          </ac:picMkLst>
        </pc:picChg>
        <pc:picChg chg="add del mod">
          <ac:chgData name="Arianna Bresci" userId="a85e552e-b41e-42b4-8201-f5f5dbb737df" providerId="ADAL" clId="{C342B406-2A28-408C-B080-D1F059233668}" dt="2026-02-03T22:45:23.002" v="1278" actId="478"/>
          <ac:picMkLst>
            <pc:docMk/>
            <pc:sldMk cId="2045326833" sldId="270"/>
            <ac:picMk id="6" creationId="{1C6ECDBC-B442-253E-8AE7-4A4AB69ECD98}"/>
          </ac:picMkLst>
        </pc:picChg>
        <pc:picChg chg="add mod modCrop">
          <ac:chgData name="Arianna Bresci" userId="a85e552e-b41e-42b4-8201-f5f5dbb737df" providerId="ADAL" clId="{C342B406-2A28-408C-B080-D1F059233668}" dt="2026-02-04T17:32:38.429" v="2222" actId="1076"/>
          <ac:picMkLst>
            <pc:docMk/>
            <pc:sldMk cId="2045326833" sldId="270"/>
            <ac:picMk id="7" creationId="{781B08AD-4293-766A-2F93-BA2315CECB9D}"/>
          </ac:picMkLst>
        </pc:picChg>
        <pc:picChg chg="del">
          <ac:chgData name="Arianna Bresci" userId="a85e552e-b41e-42b4-8201-f5f5dbb737df" providerId="ADAL" clId="{C342B406-2A28-408C-B080-D1F059233668}" dt="2026-02-03T22:45:06.764" v="1274" actId="478"/>
          <ac:picMkLst>
            <pc:docMk/>
            <pc:sldMk cId="2045326833" sldId="270"/>
            <ac:picMk id="7" creationId="{F1CF8DF6-34DE-9960-A64F-8A9D465C4B65}"/>
          </ac:picMkLst>
        </pc:picChg>
        <pc:picChg chg="mod modCrop">
          <ac:chgData name="Arianna Bresci" userId="a85e552e-b41e-42b4-8201-f5f5dbb737df" providerId="ADAL" clId="{C342B406-2A28-408C-B080-D1F059233668}" dt="2026-02-03T22:39:59.589" v="1260" actId="18131"/>
          <ac:picMkLst>
            <pc:docMk/>
            <pc:sldMk cId="2045326833" sldId="270"/>
            <ac:picMk id="9" creationId="{7B13DA4B-40F8-2C16-E35E-7A03CDA83A0B}"/>
          </ac:picMkLst>
        </pc:picChg>
        <pc:picChg chg="del">
          <ac:chgData name="Arianna Bresci" userId="a85e552e-b41e-42b4-8201-f5f5dbb737df" providerId="ADAL" clId="{C342B406-2A28-408C-B080-D1F059233668}" dt="2026-02-03T22:55:21.505" v="1308" actId="478"/>
          <ac:picMkLst>
            <pc:docMk/>
            <pc:sldMk cId="2045326833" sldId="270"/>
            <ac:picMk id="11" creationId="{AAFFA7AB-E465-7D33-361C-C1796ABFC6C9}"/>
          </ac:picMkLst>
        </pc:picChg>
        <pc:picChg chg="add mod ord">
          <ac:chgData name="Arianna Bresci" userId="a85e552e-b41e-42b4-8201-f5f5dbb737df" providerId="ADAL" clId="{C342B406-2A28-408C-B080-D1F059233668}" dt="2026-02-03T22:47:18.814" v="1307" actId="1076"/>
          <ac:picMkLst>
            <pc:docMk/>
            <pc:sldMk cId="2045326833" sldId="270"/>
            <ac:picMk id="12" creationId="{543D23F0-1F68-4115-488A-CDA88C698A8F}"/>
          </ac:picMkLst>
        </pc:picChg>
        <pc:picChg chg="del">
          <ac:chgData name="Arianna Bresci" userId="a85e552e-b41e-42b4-8201-f5f5dbb737df" providerId="ADAL" clId="{C342B406-2A28-408C-B080-D1F059233668}" dt="2026-02-03T22:55:21.505" v="1308" actId="478"/>
          <ac:picMkLst>
            <pc:docMk/>
            <pc:sldMk cId="2045326833" sldId="270"/>
            <ac:picMk id="13" creationId="{F7DB9FAA-7C5D-E31F-E3E8-8CB9A906C230}"/>
          </ac:picMkLst>
        </pc:picChg>
        <pc:picChg chg="del">
          <ac:chgData name="Arianna Bresci" userId="a85e552e-b41e-42b4-8201-f5f5dbb737df" providerId="ADAL" clId="{C342B406-2A28-408C-B080-D1F059233668}" dt="2026-02-03T22:55:21.505" v="1308" actId="478"/>
          <ac:picMkLst>
            <pc:docMk/>
            <pc:sldMk cId="2045326833" sldId="270"/>
            <ac:picMk id="15" creationId="{FD4870EC-EDB9-4942-C7FE-0F9A22BD871B}"/>
          </ac:picMkLst>
        </pc:picChg>
        <pc:picChg chg="mod">
          <ac:chgData name="Arianna Bresci" userId="a85e552e-b41e-42b4-8201-f5f5dbb737df" providerId="ADAL" clId="{C342B406-2A28-408C-B080-D1F059233668}" dt="2026-02-03T22:46:29.757" v="1287" actId="1076"/>
          <ac:picMkLst>
            <pc:docMk/>
            <pc:sldMk cId="2045326833" sldId="270"/>
            <ac:picMk id="19" creationId="{0D46F7BC-6670-3817-0F82-4FA5709681F1}"/>
          </ac:picMkLst>
        </pc:picChg>
        <pc:picChg chg="mod">
          <ac:chgData name="Arianna Bresci" userId="a85e552e-b41e-42b4-8201-f5f5dbb737df" providerId="ADAL" clId="{C342B406-2A28-408C-B080-D1F059233668}" dt="2026-02-03T22:57:45.992" v="1359" actId="1076"/>
          <ac:picMkLst>
            <pc:docMk/>
            <pc:sldMk cId="2045326833" sldId="270"/>
            <ac:picMk id="21" creationId="{4DF42604-2F4B-1A9D-7ACB-55F397A133C5}"/>
          </ac:picMkLst>
        </pc:picChg>
        <pc:picChg chg="add mod ord">
          <ac:chgData name="Arianna Bresci" userId="a85e552e-b41e-42b4-8201-f5f5dbb737df" providerId="ADAL" clId="{C342B406-2A28-408C-B080-D1F059233668}" dt="2026-02-03T22:57:45.992" v="1359" actId="1076"/>
          <ac:picMkLst>
            <pc:docMk/>
            <pc:sldMk cId="2045326833" sldId="270"/>
            <ac:picMk id="25" creationId="{9E86461F-EA13-D203-EF15-73000F8B9E09}"/>
          </ac:picMkLst>
        </pc:picChg>
        <pc:picChg chg="add del mod modCrop">
          <ac:chgData name="Arianna Bresci" userId="a85e552e-b41e-42b4-8201-f5f5dbb737df" providerId="ADAL" clId="{C342B406-2A28-408C-B080-D1F059233668}" dt="2026-02-03T23:18:29.730" v="1430" actId="478"/>
          <ac:picMkLst>
            <pc:docMk/>
            <pc:sldMk cId="2045326833" sldId="270"/>
            <ac:picMk id="27" creationId="{84E05DAA-11C6-2888-4A3A-B0796F6461CF}"/>
          </ac:picMkLst>
        </pc:picChg>
        <pc:picChg chg="add del mod modCrop">
          <ac:chgData name="Arianna Bresci" userId="a85e552e-b41e-42b4-8201-f5f5dbb737df" providerId="ADAL" clId="{C342B406-2A28-408C-B080-D1F059233668}" dt="2026-02-03T23:18:29.730" v="1430" actId="478"/>
          <ac:picMkLst>
            <pc:docMk/>
            <pc:sldMk cId="2045326833" sldId="270"/>
            <ac:picMk id="29" creationId="{93EB2DE4-E73A-50A9-68B2-D8B923916081}"/>
          </ac:picMkLst>
        </pc:picChg>
        <pc:picChg chg="add del mod modCrop">
          <ac:chgData name="Arianna Bresci" userId="a85e552e-b41e-42b4-8201-f5f5dbb737df" providerId="ADAL" clId="{C342B406-2A28-408C-B080-D1F059233668}" dt="2026-02-03T23:18:29.730" v="1430" actId="478"/>
          <ac:picMkLst>
            <pc:docMk/>
            <pc:sldMk cId="2045326833" sldId="270"/>
            <ac:picMk id="31" creationId="{3A0B76AC-C155-C1F4-9DD9-93772FC01EED}"/>
          </ac:picMkLst>
        </pc:picChg>
      </pc:sldChg>
      <pc:sldChg chg="modSp add mod">
        <pc:chgData name="Arianna Bresci" userId="a85e552e-b41e-42b4-8201-f5f5dbb737df" providerId="ADAL" clId="{C342B406-2A28-408C-B080-D1F059233668}" dt="2026-02-03T22:58:34.108" v="1388" actId="20577"/>
        <pc:sldMkLst>
          <pc:docMk/>
          <pc:sldMk cId="2674518747" sldId="271"/>
        </pc:sldMkLst>
        <pc:spChg chg="mod">
          <ac:chgData name="Arianna Bresci" userId="a85e552e-b41e-42b4-8201-f5f5dbb737df" providerId="ADAL" clId="{C342B406-2A28-408C-B080-D1F059233668}" dt="2026-02-03T22:58:34.108" v="1388" actId="20577"/>
          <ac:spMkLst>
            <pc:docMk/>
            <pc:sldMk cId="2674518747" sldId="271"/>
            <ac:spMk id="4" creationId="{96286104-AD91-61BF-F95E-2FF85528D0F2}"/>
          </ac:spMkLst>
        </pc:spChg>
        <pc:picChg chg="mod modCrop">
          <ac:chgData name="Arianna Bresci" userId="a85e552e-b41e-42b4-8201-f5f5dbb737df" providerId="ADAL" clId="{C342B406-2A28-408C-B080-D1F059233668}" dt="2026-02-03T22:58:21.653" v="1379" actId="18131"/>
          <ac:picMkLst>
            <pc:docMk/>
            <pc:sldMk cId="2674518747" sldId="271"/>
            <ac:picMk id="6" creationId="{AE3E79F6-0CBD-37CA-9D87-D7036776B5DC}"/>
          </ac:picMkLst>
        </pc:picChg>
      </pc:sldChg>
      <pc:sldChg chg="addSp delSp modSp add mod">
        <pc:chgData name="Arianna Bresci" userId="a85e552e-b41e-42b4-8201-f5f5dbb737df" providerId="ADAL" clId="{C342B406-2A28-408C-B080-D1F059233668}" dt="2026-02-04T16:53:53.373" v="1478" actId="1076"/>
        <pc:sldMkLst>
          <pc:docMk/>
          <pc:sldMk cId="3833191228" sldId="272"/>
        </pc:sldMkLst>
        <pc:spChg chg="add mod">
          <ac:chgData name="Arianna Bresci" userId="a85e552e-b41e-42b4-8201-f5f5dbb737df" providerId="ADAL" clId="{C342B406-2A28-408C-B080-D1F059233668}" dt="2026-02-03T23:18:45.987" v="1437" actId="20577"/>
          <ac:spMkLst>
            <pc:docMk/>
            <pc:sldMk cId="3833191228" sldId="272"/>
            <ac:spMk id="6" creationId="{F5FCCE62-261A-5E40-C6CD-4A7BB2AA4450}"/>
          </ac:spMkLst>
        </pc:spChg>
        <pc:spChg chg="mod">
          <ac:chgData name="Arianna Bresci" userId="a85e552e-b41e-42b4-8201-f5f5dbb737df" providerId="ADAL" clId="{C342B406-2A28-408C-B080-D1F059233668}" dt="2026-02-03T22:58:39.577" v="1396" actId="20577"/>
          <ac:spMkLst>
            <pc:docMk/>
            <pc:sldMk cId="3833191228" sldId="272"/>
            <ac:spMk id="8" creationId="{D45CF3FA-5DDC-97EE-BCBD-25D531254341}"/>
          </ac:spMkLst>
        </pc:spChg>
        <pc:spChg chg="mod">
          <ac:chgData name="Arianna Bresci" userId="a85e552e-b41e-42b4-8201-f5f5dbb737df" providerId="ADAL" clId="{C342B406-2A28-408C-B080-D1F059233668}" dt="2026-02-04T16:53:22.541" v="1474" actId="1076"/>
          <ac:spMkLst>
            <pc:docMk/>
            <pc:sldMk cId="3833191228" sldId="272"/>
            <ac:spMk id="16" creationId="{2CCFC3FD-A1A1-AF29-56F6-56611DC9FAFD}"/>
          </ac:spMkLst>
        </pc:spChg>
        <pc:spChg chg="mod">
          <ac:chgData name="Arianna Bresci" userId="a85e552e-b41e-42b4-8201-f5f5dbb737df" providerId="ADAL" clId="{C342B406-2A28-408C-B080-D1F059233668}" dt="2026-02-04T16:53:39.694" v="1475" actId="1076"/>
          <ac:spMkLst>
            <pc:docMk/>
            <pc:sldMk cId="3833191228" sldId="272"/>
            <ac:spMk id="17" creationId="{D029E1C9-232E-BB11-6C7A-96D3E142CD26}"/>
          </ac:spMkLst>
        </pc:spChg>
        <pc:spChg chg="mod">
          <ac:chgData name="Arianna Bresci" userId="a85e552e-b41e-42b4-8201-f5f5dbb737df" providerId="ADAL" clId="{C342B406-2A28-408C-B080-D1F059233668}" dt="2026-02-04T16:53:53.373" v="1478" actId="1076"/>
          <ac:spMkLst>
            <pc:docMk/>
            <pc:sldMk cId="3833191228" sldId="272"/>
            <ac:spMk id="18" creationId="{4AA46FA7-3F8B-0C76-DB14-B75F646F7EF4}"/>
          </ac:spMkLst>
        </pc:spChg>
        <pc:spChg chg="mod">
          <ac:chgData name="Arianna Bresci" userId="a85e552e-b41e-42b4-8201-f5f5dbb737df" providerId="ADAL" clId="{C342B406-2A28-408C-B080-D1F059233668}" dt="2026-02-03T23:16:50.618" v="1418" actId="1076"/>
          <ac:spMkLst>
            <pc:docMk/>
            <pc:sldMk cId="3833191228" sldId="272"/>
            <ac:spMk id="20" creationId="{7C45BECC-1A07-702E-FCAC-D3DF77B0C3F6}"/>
          </ac:spMkLst>
        </pc:spChg>
        <pc:spChg chg="mod">
          <ac:chgData name="Arianna Bresci" userId="a85e552e-b41e-42b4-8201-f5f5dbb737df" providerId="ADAL" clId="{C342B406-2A28-408C-B080-D1F059233668}" dt="2026-02-03T23:16:56.913" v="1423" actId="20577"/>
          <ac:spMkLst>
            <pc:docMk/>
            <pc:sldMk cId="3833191228" sldId="272"/>
            <ac:spMk id="24" creationId="{68893908-0BC1-77C4-B86D-00B3DC82FE9D}"/>
          </ac:spMkLst>
        </pc:spChg>
        <pc:picChg chg="add mod">
          <ac:chgData name="Arianna Bresci" userId="a85e552e-b41e-42b4-8201-f5f5dbb737df" providerId="ADAL" clId="{C342B406-2A28-408C-B080-D1F059233668}" dt="2026-02-03T23:16:19.539" v="1409" actId="1076"/>
          <ac:picMkLst>
            <pc:docMk/>
            <pc:sldMk cId="3833191228" sldId="272"/>
            <ac:picMk id="3" creationId="{4DD8323E-9B26-C30D-ABBF-9D5117CA149F}"/>
          </ac:picMkLst>
        </pc:picChg>
        <pc:picChg chg="add mod modCrop">
          <ac:chgData name="Arianna Bresci" userId="a85e552e-b41e-42b4-8201-f5f5dbb737df" providerId="ADAL" clId="{C342B406-2A28-408C-B080-D1F059233668}" dt="2026-02-04T16:53:19.276" v="1473" actId="1076"/>
          <ac:picMkLst>
            <pc:docMk/>
            <pc:sldMk cId="3833191228" sldId="272"/>
            <ac:picMk id="4" creationId="{32477228-815C-545D-9AB3-6FC9148C22B1}"/>
          </ac:picMkLst>
        </pc:picChg>
        <pc:picChg chg="add mod ord">
          <ac:chgData name="Arianna Bresci" userId="a85e552e-b41e-42b4-8201-f5f5dbb737df" providerId="ADAL" clId="{C342B406-2A28-408C-B080-D1F059233668}" dt="2026-02-03T23:16:45.604" v="1417" actId="1076"/>
          <ac:picMkLst>
            <pc:docMk/>
            <pc:sldMk cId="3833191228" sldId="272"/>
            <ac:picMk id="5" creationId="{ABBB45E9-EEC3-D2A9-E198-41F4D22DBCFA}"/>
          </ac:picMkLst>
        </pc:picChg>
        <pc:picChg chg="mod modCrop">
          <ac:chgData name="Arianna Bresci" userId="a85e552e-b41e-42b4-8201-f5f5dbb737df" providerId="ADAL" clId="{C342B406-2A28-408C-B080-D1F059233668}" dt="2026-02-03T22:58:27.105" v="1380" actId="18131"/>
          <ac:picMkLst>
            <pc:docMk/>
            <pc:sldMk cId="3833191228" sldId="272"/>
            <ac:picMk id="9" creationId="{7D3E0539-5DDA-2703-C4F0-156FBF5BA008}"/>
          </ac:picMkLst>
        </pc:picChg>
        <pc:picChg chg="add mod modCrop">
          <ac:chgData name="Arianna Bresci" userId="a85e552e-b41e-42b4-8201-f5f5dbb737df" providerId="ADAL" clId="{C342B406-2A28-408C-B080-D1F059233668}" dt="2026-02-04T16:53:50.055" v="1477" actId="14100"/>
          <ac:picMkLst>
            <pc:docMk/>
            <pc:sldMk cId="3833191228" sldId="272"/>
            <ac:picMk id="10" creationId="{B77C0383-F66B-F765-3650-D143FEF2B7BE}"/>
          </ac:picMkLst>
        </pc:picChg>
        <pc:picChg chg="add mod modCrop">
          <ac:chgData name="Arianna Bresci" userId="a85e552e-b41e-42b4-8201-f5f5dbb737df" providerId="ADAL" clId="{C342B406-2A28-408C-B080-D1F059233668}" dt="2026-02-04T16:53:39.694" v="1475" actId="1076"/>
          <ac:picMkLst>
            <pc:docMk/>
            <pc:sldMk cId="3833191228" sldId="272"/>
            <ac:picMk id="12" creationId="{5646D550-036B-CE2C-C7AC-842CD43DE9E5}"/>
          </ac:picMkLst>
        </pc:picChg>
        <pc:picChg chg="del">
          <ac:chgData name="Arianna Bresci" userId="a85e552e-b41e-42b4-8201-f5f5dbb737df" providerId="ADAL" clId="{C342B406-2A28-408C-B080-D1F059233668}" dt="2026-02-03T22:58:45.140" v="1397" actId="478"/>
          <ac:picMkLst>
            <pc:docMk/>
            <pc:sldMk cId="3833191228" sldId="272"/>
            <ac:picMk id="12" creationId="{EDCB2EBB-8FA7-13A9-4606-56957A054F3A}"/>
          </ac:picMkLst>
        </pc:picChg>
        <pc:picChg chg="mod">
          <ac:chgData name="Arianna Bresci" userId="a85e552e-b41e-42b4-8201-f5f5dbb737df" providerId="ADAL" clId="{C342B406-2A28-408C-B080-D1F059233668}" dt="2026-02-03T23:16:50.618" v="1418" actId="1076"/>
          <ac:picMkLst>
            <pc:docMk/>
            <pc:sldMk cId="3833191228" sldId="272"/>
            <ac:picMk id="19" creationId="{42ADF8EF-EBC2-4759-D666-487CA5C38C05}"/>
          </ac:picMkLst>
        </pc:picChg>
        <pc:picChg chg="del">
          <ac:chgData name="Arianna Bresci" userId="a85e552e-b41e-42b4-8201-f5f5dbb737df" providerId="ADAL" clId="{C342B406-2A28-408C-B080-D1F059233668}" dt="2026-02-03T22:58:46.162" v="1398" actId="478"/>
          <ac:picMkLst>
            <pc:docMk/>
            <pc:sldMk cId="3833191228" sldId="272"/>
            <ac:picMk id="25" creationId="{B9A5F927-83B4-8932-E98D-FE9855FF77C9}"/>
          </ac:picMkLst>
        </pc:picChg>
        <pc:picChg chg="del">
          <ac:chgData name="Arianna Bresci" userId="a85e552e-b41e-42b4-8201-f5f5dbb737df" providerId="ADAL" clId="{C342B406-2A28-408C-B080-D1F059233668}" dt="2026-02-03T22:58:47.327" v="1400" actId="478"/>
          <ac:picMkLst>
            <pc:docMk/>
            <pc:sldMk cId="3833191228" sldId="272"/>
            <ac:picMk id="27" creationId="{543A6A0C-0368-75E2-0216-57E3B84A0E53}"/>
          </ac:picMkLst>
        </pc:picChg>
        <pc:picChg chg="del">
          <ac:chgData name="Arianna Bresci" userId="a85e552e-b41e-42b4-8201-f5f5dbb737df" providerId="ADAL" clId="{C342B406-2A28-408C-B080-D1F059233668}" dt="2026-02-03T22:58:47.779" v="1401" actId="478"/>
          <ac:picMkLst>
            <pc:docMk/>
            <pc:sldMk cId="3833191228" sldId="272"/>
            <ac:picMk id="29" creationId="{55E97942-D365-BEBE-E0C2-140375131A10}"/>
          </ac:picMkLst>
        </pc:picChg>
        <pc:picChg chg="del">
          <ac:chgData name="Arianna Bresci" userId="a85e552e-b41e-42b4-8201-f5f5dbb737df" providerId="ADAL" clId="{C342B406-2A28-408C-B080-D1F059233668}" dt="2026-02-03T22:58:46.848" v="1399" actId="478"/>
          <ac:picMkLst>
            <pc:docMk/>
            <pc:sldMk cId="3833191228" sldId="272"/>
            <ac:picMk id="31" creationId="{0A2A3606-A176-4A52-16CB-2AC8ED2184B3}"/>
          </ac:picMkLst>
        </pc:picChg>
      </pc:sldChg>
      <pc:sldChg chg="addSp modSp add mod">
        <pc:chgData name="Arianna Bresci" userId="a85e552e-b41e-42b4-8201-f5f5dbb737df" providerId="ADAL" clId="{C342B406-2A28-408C-B080-D1F059233668}" dt="2026-02-04T16:56:08.707" v="1505" actId="20577"/>
        <pc:sldMkLst>
          <pc:docMk/>
          <pc:sldMk cId="3718403302" sldId="273"/>
        </pc:sldMkLst>
        <pc:spChg chg="add mod">
          <ac:chgData name="Arianna Bresci" userId="a85e552e-b41e-42b4-8201-f5f5dbb737df" providerId="ADAL" clId="{C342B406-2A28-408C-B080-D1F059233668}" dt="2026-02-04T16:56:08.707" v="1505" actId="20577"/>
          <ac:spMkLst>
            <pc:docMk/>
            <pc:sldMk cId="3718403302" sldId="273"/>
            <ac:spMk id="3" creationId="{7FA692C6-DFE6-D13E-6AA3-15BF78853147}"/>
          </ac:spMkLst>
        </pc:spChg>
        <pc:spChg chg="mod">
          <ac:chgData name="Arianna Bresci" userId="a85e552e-b41e-42b4-8201-f5f5dbb737df" providerId="ADAL" clId="{C342B406-2A28-408C-B080-D1F059233668}" dt="2026-02-04T16:55:30.198" v="1493" actId="1076"/>
          <ac:spMkLst>
            <pc:docMk/>
            <pc:sldMk cId="3718403302" sldId="273"/>
            <ac:spMk id="4" creationId="{F3B05DED-DC5F-51EA-8DE4-CB090BD36EB2}"/>
          </ac:spMkLst>
        </pc:spChg>
        <pc:picChg chg="add mod modCrop">
          <ac:chgData name="Arianna Bresci" userId="a85e552e-b41e-42b4-8201-f5f5dbb737df" providerId="ADAL" clId="{C342B406-2A28-408C-B080-D1F059233668}" dt="2026-02-04T16:55:30.198" v="1493" actId="1076"/>
          <ac:picMkLst>
            <pc:docMk/>
            <pc:sldMk cId="3718403302" sldId="273"/>
            <ac:picMk id="2" creationId="{86367D37-9B55-830E-2D7C-E0D0339FD409}"/>
          </ac:picMkLst>
        </pc:picChg>
        <pc:picChg chg="mod">
          <ac:chgData name="Arianna Bresci" userId="a85e552e-b41e-42b4-8201-f5f5dbb737df" providerId="ADAL" clId="{C342B406-2A28-408C-B080-D1F059233668}" dt="2026-02-04T16:55:30.198" v="1493" actId="1076"/>
          <ac:picMkLst>
            <pc:docMk/>
            <pc:sldMk cId="3718403302" sldId="273"/>
            <ac:picMk id="6" creationId="{93C5E00C-B009-01DB-916B-1C25F380025E}"/>
          </ac:picMkLst>
        </pc:picChg>
        <pc:cxnChg chg="add mod">
          <ac:chgData name="Arianna Bresci" userId="a85e552e-b41e-42b4-8201-f5f5dbb737df" providerId="ADAL" clId="{C342B406-2A28-408C-B080-D1F059233668}" dt="2026-02-04T16:55:30.198" v="1493" actId="1076"/>
          <ac:cxnSpMkLst>
            <pc:docMk/>
            <pc:sldMk cId="3718403302" sldId="273"/>
            <ac:cxnSpMk id="7" creationId="{66C76C72-CF23-AAFD-FEBE-824F23D5A89E}"/>
          </ac:cxnSpMkLst>
        </pc:cxnChg>
      </pc:sldChg>
      <pc:sldChg chg="addSp delSp modSp new mod">
        <pc:chgData name="Arianna Bresci" userId="a85e552e-b41e-42b4-8201-f5f5dbb737df" providerId="ADAL" clId="{C342B406-2A28-408C-B080-D1F059233668}" dt="2026-02-04T17:37:09.956" v="2348" actId="20577"/>
        <pc:sldMkLst>
          <pc:docMk/>
          <pc:sldMk cId="3735574301" sldId="274"/>
        </pc:sldMkLst>
        <pc:spChg chg="del">
          <ac:chgData name="Arianna Bresci" userId="a85e552e-b41e-42b4-8201-f5f5dbb737df" providerId="ADAL" clId="{C342B406-2A28-408C-B080-D1F059233668}" dt="2026-02-04T16:55:36.917" v="1496" actId="478"/>
          <ac:spMkLst>
            <pc:docMk/>
            <pc:sldMk cId="3735574301" sldId="274"/>
            <ac:spMk id="2" creationId="{D663F904-977A-3C13-A79C-0018F4B05675}"/>
          </ac:spMkLst>
        </pc:spChg>
        <pc:spChg chg="del">
          <ac:chgData name="Arianna Bresci" userId="a85e552e-b41e-42b4-8201-f5f5dbb737df" providerId="ADAL" clId="{C342B406-2A28-408C-B080-D1F059233668}" dt="2026-02-04T16:55:35.503" v="1495" actId="478"/>
          <ac:spMkLst>
            <pc:docMk/>
            <pc:sldMk cId="3735574301" sldId="274"/>
            <ac:spMk id="3" creationId="{23008AAB-15C0-D861-5275-5F3E0E2F2FF5}"/>
          </ac:spMkLst>
        </pc:spChg>
        <pc:spChg chg="add mod">
          <ac:chgData name="Arianna Bresci" userId="a85e552e-b41e-42b4-8201-f5f5dbb737df" providerId="ADAL" clId="{C342B406-2A28-408C-B080-D1F059233668}" dt="2026-02-04T17:30:12.001" v="2205" actId="1076"/>
          <ac:spMkLst>
            <pc:docMk/>
            <pc:sldMk cId="3735574301" sldId="274"/>
            <ac:spMk id="3" creationId="{2480130F-6EDD-5266-F79F-52F02924E857}"/>
          </ac:spMkLst>
        </pc:spChg>
        <pc:spChg chg="add mod">
          <ac:chgData name="Arianna Bresci" userId="a85e552e-b41e-42b4-8201-f5f5dbb737df" providerId="ADAL" clId="{C342B406-2A28-408C-B080-D1F059233668}" dt="2026-02-04T16:57:14.885" v="1525" actId="1076"/>
          <ac:spMkLst>
            <pc:docMk/>
            <pc:sldMk cId="3735574301" sldId="274"/>
            <ac:spMk id="4" creationId="{87017FB5-14CB-1181-4523-1BB671038302}"/>
          </ac:spMkLst>
        </pc:spChg>
        <pc:spChg chg="add mod">
          <ac:chgData name="Arianna Bresci" userId="a85e552e-b41e-42b4-8201-f5f5dbb737df" providerId="ADAL" clId="{C342B406-2A28-408C-B080-D1F059233668}" dt="2026-02-04T16:56:56.429" v="1513" actId="1076"/>
          <ac:spMkLst>
            <pc:docMk/>
            <pc:sldMk cId="3735574301" sldId="274"/>
            <ac:spMk id="7" creationId="{042DE4B8-EC99-1092-8DFC-E04E0F6C6020}"/>
          </ac:spMkLst>
        </pc:spChg>
        <pc:spChg chg="add mod">
          <ac:chgData name="Arianna Bresci" userId="a85e552e-b41e-42b4-8201-f5f5dbb737df" providerId="ADAL" clId="{C342B406-2A28-408C-B080-D1F059233668}" dt="2026-02-04T17:13:49.543" v="1679" actId="122"/>
          <ac:spMkLst>
            <pc:docMk/>
            <pc:sldMk cId="3735574301" sldId="274"/>
            <ac:spMk id="17" creationId="{8F594070-0A8F-2AA4-A2FD-249113BFF338}"/>
          </ac:spMkLst>
        </pc:spChg>
        <pc:spChg chg="add mod">
          <ac:chgData name="Arianna Bresci" userId="a85e552e-b41e-42b4-8201-f5f5dbb737df" providerId="ADAL" clId="{C342B406-2A28-408C-B080-D1F059233668}" dt="2026-02-04T17:30:00.566" v="2200" actId="1076"/>
          <ac:spMkLst>
            <pc:docMk/>
            <pc:sldMk cId="3735574301" sldId="274"/>
            <ac:spMk id="18" creationId="{2B23AFEF-3CBA-2049-7049-B52E0C1C9F66}"/>
          </ac:spMkLst>
        </pc:spChg>
        <pc:spChg chg="add mod">
          <ac:chgData name="Arianna Bresci" userId="a85e552e-b41e-42b4-8201-f5f5dbb737df" providerId="ADAL" clId="{C342B406-2A28-408C-B080-D1F059233668}" dt="2026-02-04T17:29:57.949" v="2199" actId="1076"/>
          <ac:spMkLst>
            <pc:docMk/>
            <pc:sldMk cId="3735574301" sldId="274"/>
            <ac:spMk id="19" creationId="{3C6E04AD-691A-765F-E7D7-47059D15ABB1}"/>
          </ac:spMkLst>
        </pc:spChg>
        <pc:spChg chg="add del mod">
          <ac:chgData name="Arianna Bresci" userId="a85e552e-b41e-42b4-8201-f5f5dbb737df" providerId="ADAL" clId="{C342B406-2A28-408C-B080-D1F059233668}" dt="2026-02-04T17:12:17.267" v="1632" actId="478"/>
          <ac:spMkLst>
            <pc:docMk/>
            <pc:sldMk cId="3735574301" sldId="274"/>
            <ac:spMk id="24" creationId="{A9F59DEF-81A6-FC77-4C4E-6EAE78910ABA}"/>
          </ac:spMkLst>
        </pc:spChg>
        <pc:spChg chg="add mod ord">
          <ac:chgData name="Arianna Bresci" userId="a85e552e-b41e-42b4-8201-f5f5dbb737df" providerId="ADAL" clId="{C342B406-2A28-408C-B080-D1F059233668}" dt="2026-02-04T17:14:02.245" v="1694" actId="14100"/>
          <ac:spMkLst>
            <pc:docMk/>
            <pc:sldMk cId="3735574301" sldId="274"/>
            <ac:spMk id="27" creationId="{702A0E7A-D825-2E7A-D874-4C3443B52389}"/>
          </ac:spMkLst>
        </pc:spChg>
        <pc:spChg chg="add mod">
          <ac:chgData name="Arianna Bresci" userId="a85e552e-b41e-42b4-8201-f5f5dbb737df" providerId="ADAL" clId="{C342B406-2A28-408C-B080-D1F059233668}" dt="2026-02-04T17:37:09.956" v="2348" actId="20577"/>
          <ac:spMkLst>
            <pc:docMk/>
            <pc:sldMk cId="3735574301" sldId="274"/>
            <ac:spMk id="29" creationId="{9BD4EB88-86C6-55DE-CB06-13D654BFC995}"/>
          </ac:spMkLst>
        </pc:spChg>
        <pc:picChg chg="add mod">
          <ac:chgData name="Arianna Bresci" userId="a85e552e-b41e-42b4-8201-f5f5dbb737df" providerId="ADAL" clId="{C342B406-2A28-408C-B080-D1F059233668}" dt="2026-02-04T17:30:12.001" v="2205" actId="1076"/>
          <ac:picMkLst>
            <pc:docMk/>
            <pc:sldMk cId="3735574301" sldId="274"/>
            <ac:picMk id="2" creationId="{205AB012-921A-E134-3D74-B8C41BA22A11}"/>
          </ac:picMkLst>
        </pc:picChg>
        <pc:picChg chg="add mod">
          <ac:chgData name="Arianna Bresci" userId="a85e552e-b41e-42b4-8201-f5f5dbb737df" providerId="ADAL" clId="{C342B406-2A28-408C-B080-D1F059233668}" dt="2026-02-04T16:57:14.885" v="1525" actId="1076"/>
          <ac:picMkLst>
            <pc:docMk/>
            <pc:sldMk cId="3735574301" sldId="274"/>
            <ac:picMk id="5" creationId="{A74DFE30-8208-9DE8-A8C4-5C400A180C27}"/>
          </ac:picMkLst>
        </pc:picChg>
        <pc:picChg chg="add mod">
          <ac:chgData name="Arianna Bresci" userId="a85e552e-b41e-42b4-8201-f5f5dbb737df" providerId="ADAL" clId="{C342B406-2A28-408C-B080-D1F059233668}" dt="2026-02-04T16:56:56.429" v="1513" actId="1076"/>
          <ac:picMkLst>
            <pc:docMk/>
            <pc:sldMk cId="3735574301" sldId="274"/>
            <ac:picMk id="6" creationId="{969E8D8A-77DC-66D3-7DA2-0B031734F35C}"/>
          </ac:picMkLst>
        </pc:picChg>
        <pc:picChg chg="add del mod">
          <ac:chgData name="Arianna Bresci" userId="a85e552e-b41e-42b4-8201-f5f5dbb737df" providerId="ADAL" clId="{C342B406-2A28-408C-B080-D1F059233668}" dt="2026-02-04T17:07:38.041" v="1527" actId="478"/>
          <ac:picMkLst>
            <pc:docMk/>
            <pc:sldMk cId="3735574301" sldId="274"/>
            <ac:picMk id="10" creationId="{CB1C7641-7A38-36A6-9E21-DC1732A5B073}"/>
          </ac:picMkLst>
        </pc:picChg>
        <pc:picChg chg="add mod">
          <ac:chgData name="Arianna Bresci" userId="a85e552e-b41e-42b4-8201-f5f5dbb737df" providerId="ADAL" clId="{C342B406-2A28-408C-B080-D1F059233668}" dt="2026-02-04T17:12:50.012" v="1665" actId="1076"/>
          <ac:picMkLst>
            <pc:docMk/>
            <pc:sldMk cId="3735574301" sldId="274"/>
            <ac:picMk id="12" creationId="{9127FE35-0907-ECC7-E4BB-9FBA1B74F31A}"/>
          </ac:picMkLst>
        </pc:picChg>
        <pc:picChg chg="add mod">
          <ac:chgData name="Arianna Bresci" userId="a85e552e-b41e-42b4-8201-f5f5dbb737df" providerId="ADAL" clId="{C342B406-2A28-408C-B080-D1F059233668}" dt="2026-02-04T17:13:54.866" v="1693" actId="1038"/>
          <ac:picMkLst>
            <pc:docMk/>
            <pc:sldMk cId="3735574301" sldId="274"/>
            <ac:picMk id="13" creationId="{6DC7A239-8C00-43CB-9977-A19FF5A01E47}"/>
          </ac:picMkLst>
        </pc:picChg>
        <pc:picChg chg="add mod">
          <ac:chgData name="Arianna Bresci" userId="a85e552e-b41e-42b4-8201-f5f5dbb737df" providerId="ADAL" clId="{C342B406-2A28-408C-B080-D1F059233668}" dt="2026-02-04T17:11:21.687" v="1621"/>
          <ac:picMkLst>
            <pc:docMk/>
            <pc:sldMk cId="3735574301" sldId="274"/>
            <ac:picMk id="22" creationId="{5848BCE6-5EA0-E7F8-9729-204BB4A37577}"/>
          </ac:picMkLst>
        </pc:picChg>
        <pc:picChg chg="add mod">
          <ac:chgData name="Arianna Bresci" userId="a85e552e-b41e-42b4-8201-f5f5dbb737df" providerId="ADAL" clId="{C342B406-2A28-408C-B080-D1F059233668}" dt="2026-02-04T17:13:54.866" v="1693" actId="1038"/>
          <ac:picMkLst>
            <pc:docMk/>
            <pc:sldMk cId="3735574301" sldId="274"/>
            <ac:picMk id="23" creationId="{4BF81EF9-9D9A-A28D-34E7-8521353DD402}"/>
          </ac:picMkLst>
        </pc:picChg>
        <pc:cxnChg chg="add mod">
          <ac:chgData name="Arianna Bresci" userId="a85e552e-b41e-42b4-8201-f5f5dbb737df" providerId="ADAL" clId="{C342B406-2A28-408C-B080-D1F059233668}" dt="2026-02-04T16:57:04.896" v="1524" actId="1037"/>
          <ac:cxnSpMkLst>
            <pc:docMk/>
            <pc:sldMk cId="3735574301" sldId="274"/>
            <ac:cxnSpMk id="8" creationId="{6D0FEFC0-A3FA-C086-BBCE-C07A5880E0B5}"/>
          </ac:cxnSpMkLst>
        </pc:cxnChg>
        <pc:cxnChg chg="add mod">
          <ac:chgData name="Arianna Bresci" userId="a85e552e-b41e-42b4-8201-f5f5dbb737df" providerId="ADAL" clId="{C342B406-2A28-408C-B080-D1F059233668}" dt="2026-02-04T17:14:05.445" v="1695" actId="14100"/>
          <ac:cxnSpMkLst>
            <pc:docMk/>
            <pc:sldMk cId="3735574301" sldId="274"/>
            <ac:cxnSpMk id="15" creationId="{C7842FAC-B726-D81D-625F-1E8ECCE223EC}"/>
          </ac:cxnSpMkLst>
        </pc:cxnChg>
        <pc:cxnChg chg="add mod">
          <ac:chgData name="Arianna Bresci" userId="a85e552e-b41e-42b4-8201-f5f5dbb737df" providerId="ADAL" clId="{C342B406-2A28-408C-B080-D1F059233668}" dt="2026-02-04T17:13:01.190" v="1667" actId="14100"/>
          <ac:cxnSpMkLst>
            <pc:docMk/>
            <pc:sldMk cId="3735574301" sldId="274"/>
            <ac:cxnSpMk id="20" creationId="{325EF4A0-D471-2340-8B67-8F4ABBA9E944}"/>
          </ac:cxnSpMkLst>
        </pc:cxnChg>
      </pc:sldChg>
      <pc:sldChg chg="addSp delSp modSp new mod">
        <pc:chgData name="Arianna Bresci" userId="a85e552e-b41e-42b4-8201-f5f5dbb737df" providerId="ADAL" clId="{C342B406-2A28-408C-B080-D1F059233668}" dt="2026-02-04T17:25:21.877" v="2195" actId="1076"/>
        <pc:sldMkLst>
          <pc:docMk/>
          <pc:sldMk cId="4012805036" sldId="275"/>
        </pc:sldMkLst>
        <pc:spChg chg="del">
          <ac:chgData name="Arianna Bresci" userId="a85e552e-b41e-42b4-8201-f5f5dbb737df" providerId="ADAL" clId="{C342B406-2A28-408C-B080-D1F059233668}" dt="2026-02-04T17:20:42.749" v="2130" actId="478"/>
          <ac:spMkLst>
            <pc:docMk/>
            <pc:sldMk cId="4012805036" sldId="275"/>
            <ac:spMk id="2" creationId="{E6CB2583-20E8-4E3D-AA32-8C0C08A5D96D}"/>
          </ac:spMkLst>
        </pc:spChg>
        <pc:spChg chg="del">
          <ac:chgData name="Arianna Bresci" userId="a85e552e-b41e-42b4-8201-f5f5dbb737df" providerId="ADAL" clId="{C342B406-2A28-408C-B080-D1F059233668}" dt="2026-02-04T17:20:41.656" v="2129" actId="478"/>
          <ac:spMkLst>
            <pc:docMk/>
            <pc:sldMk cId="4012805036" sldId="275"/>
            <ac:spMk id="3" creationId="{476CD465-D025-07D0-A4F7-40753FC933C6}"/>
          </ac:spMkLst>
        </pc:spChg>
        <pc:spChg chg="add mod">
          <ac:chgData name="Arianna Bresci" userId="a85e552e-b41e-42b4-8201-f5f5dbb737df" providerId="ADAL" clId="{C342B406-2A28-408C-B080-D1F059233668}" dt="2026-02-04T17:25:21.877" v="2195" actId="1076"/>
          <ac:spMkLst>
            <pc:docMk/>
            <pc:sldMk cId="4012805036" sldId="275"/>
            <ac:spMk id="7" creationId="{B9F08780-763D-1F33-4F4F-7A580720B9FA}"/>
          </ac:spMkLst>
        </pc:spChg>
        <pc:graphicFrameChg chg="add del mod">
          <ac:chgData name="Arianna Bresci" userId="a85e552e-b41e-42b4-8201-f5f5dbb737df" providerId="ADAL" clId="{C342B406-2A28-408C-B080-D1F059233668}" dt="2026-02-04T17:21:36.817" v="2138" actId="478"/>
          <ac:graphicFrameMkLst>
            <pc:docMk/>
            <pc:sldMk cId="4012805036" sldId="275"/>
            <ac:graphicFrameMk id="4" creationId="{9C3DA78D-AEBC-B415-CD45-7930A962144B}"/>
          </ac:graphicFrameMkLst>
        </pc:graphicFrameChg>
        <pc:picChg chg="add mod">
          <ac:chgData name="Arianna Bresci" userId="a85e552e-b41e-42b4-8201-f5f5dbb737df" providerId="ADAL" clId="{C342B406-2A28-408C-B080-D1F059233668}" dt="2026-02-04T17:21:42.756" v="2141" actId="1076"/>
          <ac:picMkLst>
            <pc:docMk/>
            <pc:sldMk cId="4012805036" sldId="275"/>
            <ac:picMk id="6" creationId="{F91B3640-0A2D-6AB1-705B-31E40BB1FC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DF6F0-6A8C-4B34-9F35-CEE5734354B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383A0-ACB7-46C3-914C-37DEE6762F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04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6CF7-14B9-05A7-26A5-E4DBDA601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6F001-C382-5564-FF50-2F9BB533A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D0B1B-1BE1-8A8B-46D9-C146D800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8573-662D-8FBC-93DB-C824F518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577AF-8D05-5519-A292-96BFCF87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80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8331-A7FD-E066-66A9-13251CFE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0399E-B642-D105-6270-1DD61AA4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3FBEA-571B-F62E-80F4-1DE6BA36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F54A8-F41C-BBC1-54FE-AF555395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29C5A-51A9-4DDB-23B0-2C13FB54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03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19F0-46D4-4F50-F00A-8A7AE344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E8A83-CE73-1CA0-4D98-EEC56FEE6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70053-15C7-4502-AE7C-67E84F58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B6F9B-244F-CBE9-BB1E-FF0D3471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B5F7-F951-9E46-D110-A1E95FA2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9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7D02-E420-31D7-A24A-33F45993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A0F3-CBF3-49B8-40A5-15A7CD3F5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CAC64-9391-04FD-ECDC-C131C7AB6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A9C91-07FB-53F8-68AF-FF3835CF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92ADE-C2CB-AC08-E25D-551DB659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AD47-D043-A273-1A03-9454F171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43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EE1A-EC6E-0ACA-3625-70DF29FE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633B5-B66C-C042-C6A6-BBACC6F77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B1344-7168-D168-4EF4-E318F7611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97145-439C-F6DD-3C7A-BF862ADF8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8A8F1-5585-BEB9-1857-94AA2597B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C65F8-6E6A-421F-8744-FF1328B1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E09E8-B7FF-D085-6B9D-BBA0FAC2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35F36-3FA2-446B-37EC-6F812B4E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73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54C1-2926-CF7C-E048-68CD4629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39199-3B07-725B-A776-91D44447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C5797-2696-137E-E2F6-8522E2AE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2F603-5244-C824-D483-A006C070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94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74EE9-B95C-2784-6BB9-23F4891F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A6E75-33BC-78F0-7D8D-867BF4EB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FCBE-2D68-CFB0-CA2E-05257B26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91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0D7B-679C-18EB-494B-6FAC47D7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662F-03B7-DB6E-206E-01DE463AE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806B8-2264-9790-AA8E-CA9E3EF87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315E0-A50C-A38D-2676-D6C1B995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5ECC7-C50F-85AE-DF7F-F105D2F7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9D6F1-DDBE-BF4E-5338-F328A458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45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DA8B-2E5E-2FCE-EAD4-9F555875C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E7B83-3D0E-2758-0487-0F224FAB0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389F2-15A7-A33F-15CD-B54B60592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FFD32-2EC6-5048-91DC-0963373C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56DCB-2450-6E6D-A968-033FE7BA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97F28-9C53-4D51-3239-DC5606BD3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13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70C5-06D6-4FF7-D064-BD28AC70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134EC-2594-455B-99B6-EC1FF5EFD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3989-A051-6C28-A4B3-FFBF4748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434FC-65B5-0C88-2740-8B5D31D5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BB6C-CE09-DC29-3DBC-9468952E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59C3E-0E96-432C-4973-77CC0BBE7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9B005-F779-10F1-B173-A76F4BF85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9B4F-0230-7A37-E52A-41EAA236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01EA-49B3-0549-A088-33643AE6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5E779-328D-0F4B-52AD-82DD1C0A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63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987A00-2E70-18AC-06B4-C203C836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51248-39CA-93A5-ED6E-32117F43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75A44-4960-427F-823D-0C7FB8F97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C5D8B-9AA1-4C05-982F-DD8DC77A2D3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6BE1B-FBF3-1D1E-CA6E-C1F422FDF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EFBE-E1A8-57EB-0428-33F4DBFA7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24E8F-3CDF-47DB-8C2B-96F7DE479B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8.png"/><Relationship Id="rId7" Type="http://schemas.openxmlformats.org/officeDocument/2006/relationships/image" Target="../media/image1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4.jpg"/><Relationship Id="rId9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4.jpg"/><Relationship Id="rId7" Type="http://schemas.openxmlformats.org/officeDocument/2006/relationships/image" Target="../media/image2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30.png"/><Relationship Id="rId7" Type="http://schemas.openxmlformats.org/officeDocument/2006/relationships/image" Target="../media/image33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10" Type="http://schemas.openxmlformats.org/officeDocument/2006/relationships/image" Target="../media/image9.png"/><Relationship Id="rId4" Type="http://schemas.openxmlformats.org/officeDocument/2006/relationships/image" Target="../media/image28.jpg"/><Relationship Id="rId9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5.png"/><Relationship Id="rId7" Type="http://schemas.openxmlformats.org/officeDocument/2006/relationships/image" Target="../media/image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13.jpg"/><Relationship Id="rId10" Type="http://schemas.openxmlformats.org/officeDocument/2006/relationships/image" Target="../media/image38.jpg"/><Relationship Id="rId4" Type="http://schemas.openxmlformats.org/officeDocument/2006/relationships/image" Target="../media/image28.jpg"/><Relationship Id="rId9" Type="http://schemas.openxmlformats.org/officeDocument/2006/relationships/image" Target="../media/image37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28.jpg"/><Relationship Id="rId7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jpg"/><Relationship Id="rId10" Type="http://schemas.openxmlformats.org/officeDocument/2006/relationships/image" Target="../media/image43.jpg"/><Relationship Id="rId4" Type="http://schemas.openxmlformats.org/officeDocument/2006/relationships/image" Target="../media/image13.jpg"/><Relationship Id="rId9" Type="http://schemas.openxmlformats.org/officeDocument/2006/relationships/image" Target="../media/image4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E4C6-FEC3-0D66-6291-A7F2BDF2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AR-coated </a:t>
            </a:r>
            <a:r>
              <a:rPr lang="en-GB" dirty="0" err="1"/>
              <a:t>rCBGs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900-920nm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6895E-0497-C577-301E-0E651BD08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MIT TESTING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Arianna Bresci</a:t>
            </a:r>
          </a:p>
          <a:p>
            <a:r>
              <a:rPr lang="en-US"/>
              <a:t>02/04/2026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219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1B3640-0A2D-6AB1-705B-31E40BB1F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78" y="1016748"/>
            <a:ext cx="10518843" cy="5228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F08780-763D-1F33-4F4F-7A580720B9FA}"/>
              </a:ext>
            </a:extLst>
          </p:cNvPr>
          <p:cNvSpPr txBox="1"/>
          <p:nvPr/>
        </p:nvSpPr>
        <p:spPr>
          <a:xfrm>
            <a:off x="5080657" y="515566"/>
            <a:ext cx="2030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CREOL spec 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280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B34777-047F-C643-43FB-C7A29ACF6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8" t="18102" r="53955" b="16812"/>
          <a:stretch>
            <a:fillRect/>
          </a:stretch>
        </p:blipFill>
        <p:spPr>
          <a:xfrm>
            <a:off x="5183527" y="1981199"/>
            <a:ext cx="1611249" cy="2125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343620-D329-4B55-0C81-375661EE86A3}"/>
              </a:ext>
            </a:extLst>
          </p:cNvPr>
          <p:cNvSpPr txBox="1"/>
          <p:nvPr/>
        </p:nvSpPr>
        <p:spPr>
          <a:xfrm>
            <a:off x="5183527" y="4215146"/>
            <a:ext cx="1577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S45-001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069652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4DC84-7221-88C3-8947-2EF22F51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2B3F456-1051-5F26-F3FA-A477AED5E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0"/>
          <a:stretch>
            <a:fillRect/>
          </a:stretch>
        </p:blipFill>
        <p:spPr>
          <a:xfrm>
            <a:off x="1786078" y="212896"/>
            <a:ext cx="5743430" cy="4028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582F90-262D-573E-C910-019376259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8" t="18102" r="53955" b="16812"/>
          <a:stretch>
            <a:fillRect/>
          </a:stretch>
        </p:blipFill>
        <p:spPr>
          <a:xfrm>
            <a:off x="208755" y="304799"/>
            <a:ext cx="1611249" cy="2125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2C1EB6-ACEB-ECA2-C368-B82180D06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189" y="3696284"/>
            <a:ext cx="2260601" cy="3014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0ED1E1-6B0A-DC75-6BC0-5C78835A3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9745131" y="3696284"/>
            <a:ext cx="2260601" cy="3014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E746AA-F2A6-485A-4A1F-935FFE40A1AF}"/>
              </a:ext>
            </a:extLst>
          </p:cNvPr>
          <p:cNvSpPr txBox="1"/>
          <p:nvPr/>
        </p:nvSpPr>
        <p:spPr>
          <a:xfrm>
            <a:off x="9745131" y="6311538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68045-A45A-C707-8E8B-6FE523BD57FC}"/>
              </a:ext>
            </a:extLst>
          </p:cNvPr>
          <p:cNvSpPr txBox="1"/>
          <p:nvPr/>
        </p:nvSpPr>
        <p:spPr>
          <a:xfrm>
            <a:off x="7639895" y="6312654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rCBGs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testbed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4888A-9EBC-84C0-D5D9-CCC3FFC65344}"/>
              </a:ext>
            </a:extLst>
          </p:cNvPr>
          <p:cNvSpPr txBox="1"/>
          <p:nvPr/>
        </p:nvSpPr>
        <p:spPr>
          <a:xfrm>
            <a:off x="2806798" y="4156091"/>
            <a:ext cx="4153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Spectral flatness looks ok, slightly transmission at 910 nm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might be due to alignment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4ADAA5-9361-A85A-C8F6-B1CD2A6F69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6" t="18911" r="24845" b="54695"/>
          <a:stretch>
            <a:fillRect/>
          </a:stretch>
        </p:blipFill>
        <p:spPr>
          <a:xfrm>
            <a:off x="3971024" y="4923904"/>
            <a:ext cx="1684868" cy="13968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CD73CC-5950-F68D-F930-C9960F94DC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2" t="16665" r="23299" b="39841"/>
          <a:stretch>
            <a:fillRect/>
          </a:stretch>
        </p:blipFill>
        <p:spPr>
          <a:xfrm rot="16200000">
            <a:off x="2229588" y="4772450"/>
            <a:ext cx="1405469" cy="17083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F5BEAD-A374-5364-8EC7-9C131C28E8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0" t="35969" r="52360" b="13266"/>
          <a:stretch>
            <a:fillRect/>
          </a:stretch>
        </p:blipFill>
        <p:spPr>
          <a:xfrm rot="5400000">
            <a:off x="348455" y="4784206"/>
            <a:ext cx="1405467" cy="16848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9E451B-4FCA-FAE6-240F-6686801CC4FC}"/>
              </a:ext>
            </a:extLst>
          </p:cNvPr>
          <p:cNvSpPr txBox="1"/>
          <p:nvPr/>
        </p:nvSpPr>
        <p:spPr>
          <a:xfrm>
            <a:off x="558905" y="6371864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3.01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E684C-208D-2E66-CAA9-766E5C5C474B}"/>
              </a:ext>
            </a:extLst>
          </p:cNvPr>
          <p:cNvSpPr txBox="1"/>
          <p:nvPr/>
        </p:nvSpPr>
        <p:spPr>
          <a:xfrm>
            <a:off x="2409933" y="637186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24.89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E0631A-7B46-83F7-B3B2-9F9B9FD3870E}"/>
              </a:ext>
            </a:extLst>
          </p:cNvPr>
          <p:cNvSpPr txBox="1"/>
          <p:nvPr/>
        </p:nvSpPr>
        <p:spPr>
          <a:xfrm>
            <a:off x="4264269" y="637186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12.29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325234-F67B-EFC5-45D8-95EE9513AB8B}"/>
              </a:ext>
            </a:extLst>
          </p:cNvPr>
          <p:cNvSpPr txBox="1"/>
          <p:nvPr/>
        </p:nvSpPr>
        <p:spPr>
          <a:xfrm>
            <a:off x="208755" y="2538746"/>
            <a:ext cx="1577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S45-001</a:t>
            </a:r>
            <a:endParaRPr lang="en-GB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1F1AB-EEE8-05FB-61C8-22EDEB68980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608" y="-67003"/>
            <a:ext cx="4916811" cy="376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BDA536E1-EC0D-1324-C0B0-12EE0369BBD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794" y="3569606"/>
            <a:ext cx="4477915" cy="31291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5CFB5DB-E82C-187F-CE38-DFEA3A176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0"/>
          <a:stretch>
            <a:fillRect/>
          </a:stretch>
        </p:blipFill>
        <p:spPr>
          <a:xfrm>
            <a:off x="3517640" y="212896"/>
            <a:ext cx="4858069" cy="3407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365E0-FD48-06BF-76EE-1584A8828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8" t="18102" r="53955" b="16812"/>
          <a:stretch>
            <a:fillRect/>
          </a:stretch>
        </p:blipFill>
        <p:spPr>
          <a:xfrm>
            <a:off x="1580355" y="623751"/>
            <a:ext cx="1611249" cy="2125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6BBCB7-7BF6-85BC-0462-CB6891BB9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8463011" y="212896"/>
            <a:ext cx="2260601" cy="3014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1E2597-AD6E-43DA-8680-87539F7E3DCD}"/>
              </a:ext>
            </a:extLst>
          </p:cNvPr>
          <p:cNvSpPr txBox="1"/>
          <p:nvPr/>
        </p:nvSpPr>
        <p:spPr>
          <a:xfrm>
            <a:off x="8463011" y="2828150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64579-4C4E-58C7-B451-CB500CBF431B}"/>
              </a:ext>
            </a:extLst>
          </p:cNvPr>
          <p:cNvSpPr txBox="1"/>
          <p:nvPr/>
        </p:nvSpPr>
        <p:spPr>
          <a:xfrm>
            <a:off x="2365809" y="4626599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3.2 nm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6EBF87-3572-817F-3534-7E161EB1C50C}"/>
              </a:ext>
            </a:extLst>
          </p:cNvPr>
          <p:cNvSpPr txBox="1"/>
          <p:nvPr/>
        </p:nvSpPr>
        <p:spPr>
          <a:xfrm>
            <a:off x="6339582" y="4626599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2.7 nm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87C434-919E-B0E1-29F7-5BAD630DD751}"/>
              </a:ext>
            </a:extLst>
          </p:cNvPr>
          <p:cNvSpPr txBox="1"/>
          <p:nvPr/>
        </p:nvSpPr>
        <p:spPr>
          <a:xfrm>
            <a:off x="10301982" y="4626598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2.7 nm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E66015-4E6E-19B6-C939-F03C4F8F28D3}"/>
              </a:ext>
            </a:extLst>
          </p:cNvPr>
          <p:cNvSpPr txBox="1"/>
          <p:nvPr/>
        </p:nvSpPr>
        <p:spPr>
          <a:xfrm>
            <a:off x="1597317" y="2804701"/>
            <a:ext cx="1577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S45-001</a:t>
            </a:r>
            <a:endParaRPr lang="en-GB" sz="2800" b="1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BE9AF6D-E27E-B8AA-3E59-59FF7AA76BD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091" y="3556029"/>
            <a:ext cx="4478400" cy="312860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F01B3D5-119A-9725-BAA2-41D80A3172E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194" y="3556029"/>
            <a:ext cx="4478400" cy="312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4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7C4D-AB5C-1E90-5C84-B7523AB3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8A997-E725-FEF8-2C9F-2608EBA10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9745131" y="3696284"/>
            <a:ext cx="2238113" cy="3014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CCAB5F-15A9-3668-3A41-2ECCE3DD9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8" t="18102" r="53955" b="16812"/>
          <a:stretch>
            <a:fillRect/>
          </a:stretch>
        </p:blipFill>
        <p:spPr>
          <a:xfrm>
            <a:off x="208755" y="304799"/>
            <a:ext cx="1611249" cy="2125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D0E199-CE5F-5439-AD7B-AEED79B8D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189" y="3696284"/>
            <a:ext cx="2260601" cy="3014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9AF2CA-38D2-1217-03EB-B8B503F98011}"/>
              </a:ext>
            </a:extLst>
          </p:cNvPr>
          <p:cNvSpPr txBox="1"/>
          <p:nvPr/>
        </p:nvSpPr>
        <p:spPr>
          <a:xfrm>
            <a:off x="9745131" y="6311538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BCB99-CDEF-F9B7-D40C-40203A5EFD46}"/>
              </a:ext>
            </a:extLst>
          </p:cNvPr>
          <p:cNvSpPr txBox="1"/>
          <p:nvPr/>
        </p:nvSpPr>
        <p:spPr>
          <a:xfrm>
            <a:off x="7639895" y="6312654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rCBGs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testbed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58E72-E3E2-65CA-AABE-399092008145}"/>
              </a:ext>
            </a:extLst>
          </p:cNvPr>
          <p:cNvSpPr txBox="1"/>
          <p:nvPr/>
        </p:nvSpPr>
        <p:spPr>
          <a:xfrm>
            <a:off x="3954048" y="4289570"/>
            <a:ext cx="19255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Spectral flatness looks ok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7E2DBA-6B96-A06E-FD25-14B49AA66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6" t="18911" r="24845" b="54695"/>
          <a:stretch>
            <a:fillRect/>
          </a:stretch>
        </p:blipFill>
        <p:spPr>
          <a:xfrm>
            <a:off x="3971024" y="4923904"/>
            <a:ext cx="1684868" cy="13968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9C6E8F-7C24-30ED-C597-60D544FA65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2" t="16665" r="23299" b="39841"/>
          <a:stretch>
            <a:fillRect/>
          </a:stretch>
        </p:blipFill>
        <p:spPr>
          <a:xfrm rot="16200000">
            <a:off x="2229588" y="4772450"/>
            <a:ext cx="1405469" cy="17083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6B37EB-8112-1E6F-24DF-6DE6EAF66C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0" t="35969" r="52360" b="13266"/>
          <a:stretch>
            <a:fillRect/>
          </a:stretch>
        </p:blipFill>
        <p:spPr>
          <a:xfrm rot="5400000">
            <a:off x="348455" y="4784206"/>
            <a:ext cx="1405467" cy="16848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BF872C-E9A4-20E1-1B73-BFC790A526E4}"/>
              </a:ext>
            </a:extLst>
          </p:cNvPr>
          <p:cNvSpPr txBox="1"/>
          <p:nvPr/>
        </p:nvSpPr>
        <p:spPr>
          <a:xfrm>
            <a:off x="558905" y="6371864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3.01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AC741-F098-722C-7FF9-50CBF7CD929F}"/>
              </a:ext>
            </a:extLst>
          </p:cNvPr>
          <p:cNvSpPr txBox="1"/>
          <p:nvPr/>
        </p:nvSpPr>
        <p:spPr>
          <a:xfrm>
            <a:off x="2409933" y="637186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24.89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EF9305-FD06-9846-F351-E689057387DE}"/>
              </a:ext>
            </a:extLst>
          </p:cNvPr>
          <p:cNvSpPr txBox="1"/>
          <p:nvPr/>
        </p:nvSpPr>
        <p:spPr>
          <a:xfrm>
            <a:off x="4264269" y="637186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12.29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B20789-2C65-F60D-8C21-38DF3F1A930C}"/>
              </a:ext>
            </a:extLst>
          </p:cNvPr>
          <p:cNvSpPr txBox="1"/>
          <p:nvPr/>
        </p:nvSpPr>
        <p:spPr>
          <a:xfrm>
            <a:off x="208755" y="2538746"/>
            <a:ext cx="1577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S45-001</a:t>
            </a:r>
            <a:endParaRPr lang="en-GB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9A402-6D94-9D35-C449-74C356F5A89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433" y="-67003"/>
            <a:ext cx="4916811" cy="3763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E2079D-1211-AC88-F0F8-424707DE48C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078" y="-226142"/>
            <a:ext cx="6080823" cy="46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13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2A6B2-B072-993F-32D7-99E34DED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DDE0F9-FB1D-034E-AF47-79410A253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8" t="18102" r="53955" b="16812"/>
          <a:stretch>
            <a:fillRect/>
          </a:stretch>
        </p:blipFill>
        <p:spPr>
          <a:xfrm>
            <a:off x="1580355" y="623751"/>
            <a:ext cx="1611249" cy="212513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E1F1C61-EC60-905A-A9F4-239CC143B349}"/>
              </a:ext>
            </a:extLst>
          </p:cNvPr>
          <p:cNvSpPr txBox="1"/>
          <p:nvPr/>
        </p:nvSpPr>
        <p:spPr>
          <a:xfrm>
            <a:off x="1597317" y="2804701"/>
            <a:ext cx="1577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S45-001</a:t>
            </a:r>
            <a:endParaRPr lang="en-GB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0AF0BF-92BE-753E-5E7C-1EC0AFF917B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75" y="0"/>
            <a:ext cx="4812535" cy="3683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EBDBCA-9764-1970-4644-B3EB5521E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8356570" y="313787"/>
            <a:ext cx="2238113" cy="3014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9761EE-66B1-E6E3-F644-D5001ADD0084}"/>
              </a:ext>
            </a:extLst>
          </p:cNvPr>
          <p:cNvSpPr txBox="1"/>
          <p:nvPr/>
        </p:nvSpPr>
        <p:spPr>
          <a:xfrm>
            <a:off x="8356570" y="2929041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BF7189-C1FD-41FE-4ADA-FC8F29AE35E0}"/>
              </a:ext>
            </a:extLst>
          </p:cNvPr>
          <p:cNvSpPr txBox="1"/>
          <p:nvPr/>
        </p:nvSpPr>
        <p:spPr>
          <a:xfrm>
            <a:off x="2280811" y="4780486"/>
            <a:ext cx="164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3.7 nm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(instead of 3.2 with 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1mm input beam waist)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C421B-DD1A-0E33-2089-0E321A0431E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275" y="3518956"/>
            <a:ext cx="4680000" cy="327039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2B64F94-0966-30A0-5C39-94DC808222D1}"/>
              </a:ext>
            </a:extLst>
          </p:cNvPr>
          <p:cNvSpPr txBox="1"/>
          <p:nvPr/>
        </p:nvSpPr>
        <p:spPr>
          <a:xfrm>
            <a:off x="6392505" y="4764451"/>
            <a:ext cx="1690656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3.7 nm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(instead of 2.7 with 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1mm input beam waist)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3C191-238D-4C4D-7284-35DE2E708D0F}"/>
              </a:ext>
            </a:extLst>
          </p:cNvPr>
          <p:cNvSpPr txBox="1"/>
          <p:nvPr/>
        </p:nvSpPr>
        <p:spPr>
          <a:xfrm>
            <a:off x="10372591" y="4730960"/>
            <a:ext cx="1690656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3.5 nm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(instead of 2.7 with 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1mm input beam waist)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F09DF0-1FDC-8F87-66E1-3A4F804FEC4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189" y="3507832"/>
            <a:ext cx="4680000" cy="32703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0B2BC2-443F-179F-F744-75A9E51BF5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468" y="3518956"/>
            <a:ext cx="4680000" cy="32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5B6F36-60A8-7762-61CE-ECA2EFCEB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8666" r="9793" b="14371"/>
          <a:stretch>
            <a:fillRect/>
          </a:stretch>
        </p:blipFill>
        <p:spPr>
          <a:xfrm>
            <a:off x="5290745" y="1846943"/>
            <a:ext cx="1610510" cy="2172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43A1A-044A-4E5E-2BBC-72AAAE2D4575}"/>
              </a:ext>
            </a:extLst>
          </p:cNvPr>
          <p:cNvSpPr txBox="1"/>
          <p:nvPr/>
        </p:nvSpPr>
        <p:spPr>
          <a:xfrm>
            <a:off x="5077698" y="4152009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DC22E-080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982301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EB216-9F0B-FBC8-C2BE-4D68D267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D658DC-A9E1-929F-0BBA-003C25F8F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8666" r="9793" b="14371"/>
          <a:stretch>
            <a:fillRect/>
          </a:stretch>
        </p:blipFill>
        <p:spPr>
          <a:xfrm>
            <a:off x="421802" y="355600"/>
            <a:ext cx="1610510" cy="2172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ED0CA9-A715-3A34-EE33-250227ECEF6C}"/>
              </a:ext>
            </a:extLst>
          </p:cNvPr>
          <p:cNvSpPr txBox="1"/>
          <p:nvPr/>
        </p:nvSpPr>
        <p:spPr>
          <a:xfrm>
            <a:off x="208755" y="2660666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DC22E-080</a:t>
            </a:r>
            <a:endParaRPr lang="en-GB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41DE1-E7E2-5C32-CF96-096E6924E4E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578" y="-163286"/>
            <a:ext cx="5656468" cy="4329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73F999-413E-FA65-7B9B-1BEA69618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189" y="3696284"/>
            <a:ext cx="2260601" cy="3014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A80490-D980-3225-13D4-157D3CCD15AF}"/>
              </a:ext>
            </a:extLst>
          </p:cNvPr>
          <p:cNvSpPr txBox="1"/>
          <p:nvPr/>
        </p:nvSpPr>
        <p:spPr>
          <a:xfrm>
            <a:off x="7639895" y="6312654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rCBGs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testbed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5FE64-390D-7792-A3B3-34BD3ACED09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433" y="-67003"/>
            <a:ext cx="4916811" cy="3763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B788BD-80B9-728D-A36A-6A54B3DF49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9745131" y="3696284"/>
            <a:ext cx="2260601" cy="3014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6160E3-7F50-F8CB-0A6E-9808BE59F534}"/>
              </a:ext>
            </a:extLst>
          </p:cNvPr>
          <p:cNvSpPr txBox="1"/>
          <p:nvPr/>
        </p:nvSpPr>
        <p:spPr>
          <a:xfrm>
            <a:off x="9745131" y="6311538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857B4-3911-572A-CB7F-166871B2DAA7}"/>
              </a:ext>
            </a:extLst>
          </p:cNvPr>
          <p:cNvSpPr txBox="1"/>
          <p:nvPr/>
        </p:nvSpPr>
        <p:spPr>
          <a:xfrm>
            <a:off x="3785623" y="4027628"/>
            <a:ext cx="2709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Spectral flatness is lost below 905nm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6572BC-432A-4BBE-F1F3-5426AA089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9" t="22699" r="60520" b="37232"/>
          <a:stretch>
            <a:fillRect/>
          </a:stretch>
        </p:blipFill>
        <p:spPr>
          <a:xfrm rot="5400000">
            <a:off x="439246" y="4540362"/>
            <a:ext cx="1584843" cy="19551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E7084B-01AA-624A-69BD-B16C60FBB3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6" t="6825" r="24391" b="55742"/>
          <a:stretch>
            <a:fillRect/>
          </a:stretch>
        </p:blipFill>
        <p:spPr>
          <a:xfrm>
            <a:off x="4802533" y="4723323"/>
            <a:ext cx="1955119" cy="1584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3832EE-7559-F3A4-6B08-869FEE4791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2" t="18572" r="29272" b="41271"/>
          <a:stretch>
            <a:fillRect/>
          </a:stretch>
        </p:blipFill>
        <p:spPr>
          <a:xfrm rot="16200000">
            <a:off x="2727244" y="4443810"/>
            <a:ext cx="1587019" cy="21460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55585B3-CEA8-1382-928E-80BEC8F078C2}"/>
              </a:ext>
            </a:extLst>
          </p:cNvPr>
          <p:cNvSpPr txBox="1"/>
          <p:nvPr/>
        </p:nvSpPr>
        <p:spPr>
          <a:xfrm>
            <a:off x="5287809" y="6373310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12.21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7689E2-0140-ACE0-31C1-2F377BE0DA69}"/>
              </a:ext>
            </a:extLst>
          </p:cNvPr>
          <p:cNvSpPr txBox="1"/>
          <p:nvPr/>
        </p:nvSpPr>
        <p:spPr>
          <a:xfrm>
            <a:off x="3034317" y="637186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24.89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9C6C8-463E-78C1-EB5C-46F757147075}"/>
              </a:ext>
            </a:extLst>
          </p:cNvPr>
          <p:cNvSpPr txBox="1"/>
          <p:nvPr/>
        </p:nvSpPr>
        <p:spPr>
          <a:xfrm>
            <a:off x="682478" y="6371864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6.03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00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C78A-0187-A209-010B-1EA2A138A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01FACC-20AF-6718-B27E-3241A6772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8666" r="9793" b="14371"/>
          <a:stretch>
            <a:fillRect/>
          </a:stretch>
        </p:blipFill>
        <p:spPr>
          <a:xfrm>
            <a:off x="1932091" y="600714"/>
            <a:ext cx="1610510" cy="2172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4322EE-D8E4-C261-45B4-760B9148FE14}"/>
              </a:ext>
            </a:extLst>
          </p:cNvPr>
          <p:cNvSpPr txBox="1"/>
          <p:nvPr/>
        </p:nvSpPr>
        <p:spPr>
          <a:xfrm>
            <a:off x="1719044" y="2905780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DC22E-080</a:t>
            </a:r>
            <a:endParaRPr lang="en-GB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D44035-4684-6C10-2822-D29466C6F7B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25" y="130647"/>
            <a:ext cx="4680702" cy="3582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AB9754-7CDA-34C0-0768-6E90E0A8B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8436351" y="414866"/>
            <a:ext cx="2260601" cy="3014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60D5F4-57DB-8A08-9945-AAE92D0C4AB2}"/>
              </a:ext>
            </a:extLst>
          </p:cNvPr>
          <p:cNvSpPr txBox="1"/>
          <p:nvPr/>
        </p:nvSpPr>
        <p:spPr>
          <a:xfrm>
            <a:off x="8436351" y="3030120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4327B5-0F5D-1EF2-BDDB-28ED0554CB80}"/>
              </a:ext>
            </a:extLst>
          </p:cNvPr>
          <p:cNvSpPr txBox="1"/>
          <p:nvPr/>
        </p:nvSpPr>
        <p:spPr>
          <a:xfrm>
            <a:off x="766830" y="5057777"/>
            <a:ext cx="2568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Fit fails, too noisy output at 900 nm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42AA9D-7306-3131-844C-E95131BDA3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351" y="3456958"/>
            <a:ext cx="4680000" cy="32703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55C5926-4D6C-12FA-291C-F6CE52A16517}"/>
              </a:ext>
            </a:extLst>
          </p:cNvPr>
          <p:cNvSpPr txBox="1"/>
          <p:nvPr/>
        </p:nvSpPr>
        <p:spPr>
          <a:xfrm>
            <a:off x="6271914" y="4668962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2.7 nm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AE96D3E-5ECB-83E2-4ADB-1B7418466C6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742" y="3456957"/>
            <a:ext cx="4680000" cy="32703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CCC8932-E9B4-5F72-8493-44F44BC8855C}"/>
              </a:ext>
            </a:extLst>
          </p:cNvPr>
          <p:cNvSpPr txBox="1"/>
          <p:nvPr/>
        </p:nvSpPr>
        <p:spPr>
          <a:xfrm>
            <a:off x="10126305" y="4668961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2.9 nm</a:t>
            </a:r>
          </a:p>
        </p:txBody>
      </p:sp>
    </p:spTree>
    <p:extLst>
      <p:ext uri="{BB962C8B-B14F-4D97-AF65-F5344CB8AC3E}">
        <p14:creationId xmlns:p14="http://schemas.microsoft.com/office/powerpoint/2010/main" val="226656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CEAD-0C35-CA5D-7452-FD855ECE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D3B0BB-8DC0-4763-BD1C-9B63309A1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8666" r="9793" b="14371"/>
          <a:stretch>
            <a:fillRect/>
          </a:stretch>
        </p:blipFill>
        <p:spPr>
          <a:xfrm>
            <a:off x="421802" y="355600"/>
            <a:ext cx="1610510" cy="2172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C3D68F-4320-43B5-5A86-640DAD7DDD4C}"/>
              </a:ext>
            </a:extLst>
          </p:cNvPr>
          <p:cNvSpPr txBox="1"/>
          <p:nvPr/>
        </p:nvSpPr>
        <p:spPr>
          <a:xfrm>
            <a:off x="208755" y="2660666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DC22E-080</a:t>
            </a:r>
            <a:endParaRPr lang="en-GB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86DA6-C34C-6566-8531-05B414FB4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189" y="3696284"/>
            <a:ext cx="2260601" cy="3014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3A5F35-6649-D8C7-86AE-137EEC12EAA6}"/>
              </a:ext>
            </a:extLst>
          </p:cNvPr>
          <p:cNvSpPr txBox="1"/>
          <p:nvPr/>
        </p:nvSpPr>
        <p:spPr>
          <a:xfrm>
            <a:off x="7639895" y="6312654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rCBGs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testbed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61230-7E7F-AFF4-6B99-D97C3FBDD1F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433" y="-67003"/>
            <a:ext cx="4916811" cy="3763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16BD3F-6A37-5CED-83B6-07F2338F372A}"/>
              </a:ext>
            </a:extLst>
          </p:cNvPr>
          <p:cNvSpPr txBox="1"/>
          <p:nvPr/>
        </p:nvSpPr>
        <p:spPr>
          <a:xfrm>
            <a:off x="3785623" y="4027628"/>
            <a:ext cx="2709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Spectral flatness is lost below 905nm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C20601-97EB-1E3F-D364-E693A5EF82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9" t="22699" r="60520" b="37232"/>
          <a:stretch>
            <a:fillRect/>
          </a:stretch>
        </p:blipFill>
        <p:spPr>
          <a:xfrm rot="5400000">
            <a:off x="439246" y="4540362"/>
            <a:ext cx="1584843" cy="19551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90CA71-AE5C-56B9-3D34-8547635BF6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6" t="6825" r="24391" b="55742"/>
          <a:stretch>
            <a:fillRect/>
          </a:stretch>
        </p:blipFill>
        <p:spPr>
          <a:xfrm>
            <a:off x="4802533" y="4723323"/>
            <a:ext cx="1955119" cy="1584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FF43BC-C57D-EE50-3487-A6A0882866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2" t="18572" r="29272" b="41271"/>
          <a:stretch>
            <a:fillRect/>
          </a:stretch>
        </p:blipFill>
        <p:spPr>
          <a:xfrm rot="16200000">
            <a:off x="2727244" y="4443810"/>
            <a:ext cx="1587019" cy="21460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2BAB51-BAD9-674D-85F8-304A265D947F}"/>
              </a:ext>
            </a:extLst>
          </p:cNvPr>
          <p:cNvSpPr txBox="1"/>
          <p:nvPr/>
        </p:nvSpPr>
        <p:spPr>
          <a:xfrm>
            <a:off x="5287809" y="6373310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12.21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04C50-A0C0-3614-F7A5-96936A58C091}"/>
              </a:ext>
            </a:extLst>
          </p:cNvPr>
          <p:cNvSpPr txBox="1"/>
          <p:nvPr/>
        </p:nvSpPr>
        <p:spPr>
          <a:xfrm>
            <a:off x="3034317" y="637186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24.89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11C532-4F97-0874-C68E-5C69590F8B67}"/>
              </a:ext>
            </a:extLst>
          </p:cNvPr>
          <p:cNvSpPr txBox="1"/>
          <p:nvPr/>
        </p:nvSpPr>
        <p:spPr>
          <a:xfrm>
            <a:off x="682478" y="6371864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6.03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2EDF8A-9E81-E93E-9EF6-324A58C10C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9745131" y="3696284"/>
            <a:ext cx="2238113" cy="30141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76A209-0D13-198E-A5A2-64581BDD1FBE}"/>
              </a:ext>
            </a:extLst>
          </p:cNvPr>
          <p:cNvSpPr txBox="1"/>
          <p:nvPr/>
        </p:nvSpPr>
        <p:spPr>
          <a:xfrm>
            <a:off x="9745131" y="6311538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DF4E4D-0A1B-2315-CA27-E1EF947528E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408" y="-5633"/>
            <a:ext cx="5450490" cy="417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3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1AB4-D7C4-0209-242F-1576EEEC2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F648B3-41DB-3DAE-1AB0-27BD490ED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8666" r="9793" b="14371"/>
          <a:stretch>
            <a:fillRect/>
          </a:stretch>
        </p:blipFill>
        <p:spPr>
          <a:xfrm>
            <a:off x="1816320" y="366798"/>
            <a:ext cx="1610510" cy="2172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BB03C0-049A-58FE-DE2B-DB8AE038DC04}"/>
              </a:ext>
            </a:extLst>
          </p:cNvPr>
          <p:cNvSpPr txBox="1"/>
          <p:nvPr/>
        </p:nvSpPr>
        <p:spPr>
          <a:xfrm>
            <a:off x="1603273" y="2671864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DC22E-080</a:t>
            </a:r>
            <a:endParaRPr lang="en-GB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D198E7-BC2D-FA18-24DD-7D4C02B16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8458591" y="180950"/>
            <a:ext cx="2238113" cy="30141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F8FBDD-7815-D2DD-B08E-8CF753C2A6B2}"/>
              </a:ext>
            </a:extLst>
          </p:cNvPr>
          <p:cNvSpPr txBox="1"/>
          <p:nvPr/>
        </p:nvSpPr>
        <p:spPr>
          <a:xfrm>
            <a:off x="8458591" y="2796204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ED5F04-E620-79C6-9303-46D5EA54DC7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878" y="-146773"/>
            <a:ext cx="4912243" cy="3759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D1CDD8-9471-59AD-9769-EDDDE7418E1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200" y="3460629"/>
            <a:ext cx="4680000" cy="3270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505BFD-1D02-2012-D754-C0B41BA5698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91" y="3471765"/>
            <a:ext cx="4680000" cy="32703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2239D8-C0C7-1DA0-19FC-F777CA0CC11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730" y="3460628"/>
            <a:ext cx="4680000" cy="32703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2A8128F-33DD-D5C3-956C-433C50E1BE69}"/>
              </a:ext>
            </a:extLst>
          </p:cNvPr>
          <p:cNvSpPr txBox="1"/>
          <p:nvPr/>
        </p:nvSpPr>
        <p:spPr>
          <a:xfrm>
            <a:off x="6096000" y="4655887"/>
            <a:ext cx="1690656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4.6 nm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(instead of 2.7 with 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1mm input beam waist)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1A810D-66C8-11D9-1144-492FD0918B38}"/>
              </a:ext>
            </a:extLst>
          </p:cNvPr>
          <p:cNvSpPr txBox="1"/>
          <p:nvPr/>
        </p:nvSpPr>
        <p:spPr>
          <a:xfrm>
            <a:off x="10076086" y="4622396"/>
            <a:ext cx="1690656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4 nm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(instead of 2.9 with 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1mm input beam waist)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D16C87-62E7-7461-6A84-37B50E1B9E07}"/>
              </a:ext>
            </a:extLst>
          </p:cNvPr>
          <p:cNvSpPr txBox="1"/>
          <p:nvPr/>
        </p:nvSpPr>
        <p:spPr>
          <a:xfrm>
            <a:off x="1804432" y="4622396"/>
            <a:ext cx="2403991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4 nm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(instead of close to no output 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with 1mm input beam waist)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82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612D6C-86CA-AA65-0E3B-D5BA2DD2627C}"/>
              </a:ext>
            </a:extLst>
          </p:cNvPr>
          <p:cNvSpPr txBox="1"/>
          <p:nvPr/>
        </p:nvSpPr>
        <p:spPr>
          <a:xfrm>
            <a:off x="5077697" y="4043464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DC22-054</a:t>
            </a:r>
            <a:endParaRPr lang="en-GB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A69BA-48F0-2541-01C3-E5375A53F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4" t="17715" r="4770" b="35988"/>
          <a:stretch>
            <a:fillRect/>
          </a:stretch>
        </p:blipFill>
        <p:spPr>
          <a:xfrm>
            <a:off x="5201614" y="1612270"/>
            <a:ext cx="1788770" cy="240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2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32E0E6-B340-6B16-D94B-80A10778782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581" y="3675635"/>
            <a:ext cx="4067451" cy="3113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DBE5C2-E4A4-5495-0E61-93A39DA063D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3"/>
          <a:stretch>
            <a:fillRect/>
          </a:stretch>
        </p:blipFill>
        <p:spPr>
          <a:xfrm>
            <a:off x="2508702" y="231776"/>
            <a:ext cx="5376490" cy="3838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5E026D-EA98-EC80-45FB-1C6FABC8BAB0}"/>
              </a:ext>
            </a:extLst>
          </p:cNvPr>
          <p:cNvSpPr txBox="1"/>
          <p:nvPr/>
        </p:nvSpPr>
        <p:spPr>
          <a:xfrm>
            <a:off x="573431" y="3089202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DC22-054</a:t>
            </a:r>
            <a:endParaRPr lang="en-GB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A54F86-2BC0-1E43-37A2-A0B685ACF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4" t="17715" r="4770" b="35988"/>
          <a:stretch>
            <a:fillRect/>
          </a:stretch>
        </p:blipFill>
        <p:spPr>
          <a:xfrm>
            <a:off x="697348" y="658008"/>
            <a:ext cx="1788770" cy="2404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4B2718-DCF0-16D7-3E79-8FF4B05A3B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3" t="15384" r="31234" b="49555"/>
          <a:stretch>
            <a:fillRect/>
          </a:stretch>
        </p:blipFill>
        <p:spPr>
          <a:xfrm>
            <a:off x="4402530" y="4636551"/>
            <a:ext cx="1410139" cy="14022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D8E11B-ADDF-1F36-3D2B-C4A894946C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3" t="13926" r="21556" b="57333"/>
          <a:stretch>
            <a:fillRect/>
          </a:stretch>
        </p:blipFill>
        <p:spPr>
          <a:xfrm>
            <a:off x="2643555" y="4636551"/>
            <a:ext cx="1571742" cy="13987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F052A4-3B94-E579-834C-95FA9A65B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95" t="22370" r="21739" b="36257"/>
          <a:stretch>
            <a:fillRect/>
          </a:stretch>
        </p:blipFill>
        <p:spPr>
          <a:xfrm rot="16200000">
            <a:off x="877482" y="4456417"/>
            <a:ext cx="1398706" cy="17589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227D11-8B4B-CDCD-8875-0DD8DCBB93CF}"/>
              </a:ext>
            </a:extLst>
          </p:cNvPr>
          <p:cNvSpPr txBox="1"/>
          <p:nvPr/>
        </p:nvSpPr>
        <p:spPr>
          <a:xfrm>
            <a:off x="4558410" y="6085037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12.21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DB6B3-42BE-5DF1-53BB-039A034D4042}"/>
              </a:ext>
            </a:extLst>
          </p:cNvPr>
          <p:cNvSpPr txBox="1"/>
          <p:nvPr/>
        </p:nvSpPr>
        <p:spPr>
          <a:xfrm>
            <a:off x="2927623" y="610247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24.89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C44D4B-0107-3D83-4643-CC28F82651B9}"/>
              </a:ext>
            </a:extLst>
          </p:cNvPr>
          <p:cNvSpPr txBox="1"/>
          <p:nvPr/>
        </p:nvSpPr>
        <p:spPr>
          <a:xfrm>
            <a:off x="1098917" y="610247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14.75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D76FBD-C898-F218-1A37-AD0B1A41C0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5903878" y="820707"/>
            <a:ext cx="935347" cy="12596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1FC9DB9-CE8C-6D83-2462-2AE70A39D99E}"/>
              </a:ext>
            </a:extLst>
          </p:cNvPr>
          <p:cNvSpPr txBox="1"/>
          <p:nvPr/>
        </p:nvSpPr>
        <p:spPr>
          <a:xfrm>
            <a:off x="5903878" y="2120736"/>
            <a:ext cx="1073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5mm input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beam waist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2AA92F-67F3-4205-C7B4-DD09A331E8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10227400" y="4338689"/>
            <a:ext cx="1117994" cy="14906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264F5BE-5BBD-6782-3224-320463878732}"/>
              </a:ext>
            </a:extLst>
          </p:cNvPr>
          <p:cNvSpPr txBox="1"/>
          <p:nvPr/>
        </p:nvSpPr>
        <p:spPr>
          <a:xfrm>
            <a:off x="10330015" y="5927304"/>
            <a:ext cx="8980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1mm input 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beam waist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CA2D291-4E01-2B4B-E0C5-B43A525F6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870" y="56422"/>
            <a:ext cx="5204856" cy="39837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CB67E93-E7EE-D4EC-F02E-B90F3415365E}"/>
              </a:ext>
            </a:extLst>
          </p:cNvPr>
          <p:cNvSpPr txBox="1"/>
          <p:nvPr/>
        </p:nvSpPr>
        <p:spPr>
          <a:xfrm>
            <a:off x="3671954" y="1109340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5 nm</a:t>
            </a:r>
          </a:p>
        </p:txBody>
      </p:sp>
    </p:spTree>
    <p:extLst>
      <p:ext uri="{BB962C8B-B14F-4D97-AF65-F5344CB8AC3E}">
        <p14:creationId xmlns:p14="http://schemas.microsoft.com/office/powerpoint/2010/main" val="396599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AEA0-1874-1AFC-C329-18131B7E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843902-A3E2-67EB-96EF-C4B52A3D6834}"/>
              </a:ext>
            </a:extLst>
          </p:cNvPr>
          <p:cNvSpPr txBox="1"/>
          <p:nvPr/>
        </p:nvSpPr>
        <p:spPr>
          <a:xfrm>
            <a:off x="5077697" y="4043464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S50-010</a:t>
            </a:r>
            <a:endParaRPr lang="en-GB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41E76-5BC5-9B48-C4C2-B8B3989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7" t="31043" r="36107" b="22660"/>
          <a:stretch>
            <a:fillRect/>
          </a:stretch>
        </p:blipFill>
        <p:spPr>
          <a:xfrm>
            <a:off x="5201614" y="1612270"/>
            <a:ext cx="1788770" cy="240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8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E62EA-06A9-09CB-EEDF-EA47A453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E86461F-EA13-D203-EF15-73000F8B9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964" y="3735415"/>
            <a:ext cx="3902282" cy="2986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3D23F0-1F68-4115-488A-CDA88C698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7" y="-30334"/>
            <a:ext cx="5318204" cy="4070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4C4D16-7DC8-4D4A-7EC8-1B3CB2B5E42E}"/>
              </a:ext>
            </a:extLst>
          </p:cNvPr>
          <p:cNvSpPr txBox="1"/>
          <p:nvPr/>
        </p:nvSpPr>
        <p:spPr>
          <a:xfrm>
            <a:off x="573431" y="3089202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S50-010</a:t>
            </a:r>
            <a:endParaRPr lang="en-GB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13DA4B-40F8-2C16-E35E-7A03CDA83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65" t="28845" r="36649" b="24858"/>
          <a:stretch>
            <a:fillRect/>
          </a:stretch>
        </p:blipFill>
        <p:spPr>
          <a:xfrm>
            <a:off x="697348" y="658008"/>
            <a:ext cx="1788770" cy="24045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7868AC-4BD1-5830-D287-4A201D055007}"/>
              </a:ext>
            </a:extLst>
          </p:cNvPr>
          <p:cNvSpPr txBox="1"/>
          <p:nvPr/>
        </p:nvSpPr>
        <p:spPr>
          <a:xfrm>
            <a:off x="3088497" y="6023181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10.22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546CA-F8EF-36AD-7D72-7B52D2E8EE5F}"/>
              </a:ext>
            </a:extLst>
          </p:cNvPr>
          <p:cNvSpPr txBox="1"/>
          <p:nvPr/>
        </p:nvSpPr>
        <p:spPr>
          <a:xfrm>
            <a:off x="1087752" y="6019637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12.16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1DBA0E-BA81-C6EC-5AA2-ADCD30657AE9}"/>
              </a:ext>
            </a:extLst>
          </p:cNvPr>
          <p:cNvSpPr txBox="1"/>
          <p:nvPr/>
        </p:nvSpPr>
        <p:spPr>
          <a:xfrm>
            <a:off x="5026215" y="6024081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5.99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46F7BC-6670-3817-0F82-4FA570968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3476812" y="479510"/>
            <a:ext cx="935347" cy="12596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A6E05A-E45B-4262-8C8B-0A5ED47B2869}"/>
              </a:ext>
            </a:extLst>
          </p:cNvPr>
          <p:cNvSpPr txBox="1"/>
          <p:nvPr/>
        </p:nvSpPr>
        <p:spPr>
          <a:xfrm>
            <a:off x="3476812" y="1773662"/>
            <a:ext cx="1073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5mm input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beam waist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DF42604-2F4B-1A9D-7ACB-55F397A133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10456631" y="4316200"/>
            <a:ext cx="1117994" cy="14906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3253844-70BD-A307-E7DC-3813F3EDCF43}"/>
              </a:ext>
            </a:extLst>
          </p:cNvPr>
          <p:cNvSpPr txBox="1"/>
          <p:nvPr/>
        </p:nvSpPr>
        <p:spPr>
          <a:xfrm>
            <a:off x="10559246" y="5904815"/>
            <a:ext cx="8980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1mm input 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beam waist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9D267F-3882-B13F-75A1-DFB1A318BFC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870" y="56422"/>
            <a:ext cx="5204856" cy="39837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F4F4723-5465-9788-3D96-382C74B4D93A}"/>
              </a:ext>
            </a:extLst>
          </p:cNvPr>
          <p:cNvSpPr txBox="1"/>
          <p:nvPr/>
        </p:nvSpPr>
        <p:spPr>
          <a:xfrm>
            <a:off x="5426586" y="1355146"/>
            <a:ext cx="1338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4.1 nm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4B3D1F-FD59-3426-E451-822507116280}"/>
              </a:ext>
            </a:extLst>
          </p:cNvPr>
          <p:cNvSpPr txBox="1"/>
          <p:nvPr/>
        </p:nvSpPr>
        <p:spPr>
          <a:xfrm>
            <a:off x="7329174" y="4464538"/>
            <a:ext cx="1338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2.7 nm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7AEDE-B244-D95F-D03E-0DB55D2F36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3" t="16667" r="32487" b="54955"/>
          <a:stretch>
            <a:fillRect/>
          </a:stretch>
        </p:blipFill>
        <p:spPr>
          <a:xfrm>
            <a:off x="2510267" y="4452457"/>
            <a:ext cx="1933089" cy="1579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B0BE05-10C9-1E51-3375-40D7E671CA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1" t="22346" r="35514" b="50000"/>
          <a:stretch>
            <a:fillRect/>
          </a:stretch>
        </p:blipFill>
        <p:spPr>
          <a:xfrm rot="16200000">
            <a:off x="679556" y="4280535"/>
            <a:ext cx="1562320" cy="1896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1B08AD-4293-766A-2F93-BA2315CECB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5" t="15360" r="33542" b="54468"/>
          <a:stretch>
            <a:fillRect/>
          </a:stretch>
        </p:blipFill>
        <p:spPr>
          <a:xfrm>
            <a:off x="4519239" y="4455502"/>
            <a:ext cx="1791190" cy="158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26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D6F2-74E0-A15C-1FA6-AE12EA95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286104-AD91-61BF-F95E-2FF85528D0F2}"/>
              </a:ext>
            </a:extLst>
          </p:cNvPr>
          <p:cNvSpPr txBox="1"/>
          <p:nvPr/>
        </p:nvSpPr>
        <p:spPr>
          <a:xfrm>
            <a:off x="5077697" y="4043464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DC22-079</a:t>
            </a:r>
            <a:endParaRPr lang="en-GB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E79F6-0CBD-37CA-9D87-D7036776B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t="25174" r="64515" b="28529"/>
          <a:stretch>
            <a:fillRect/>
          </a:stretch>
        </p:blipFill>
        <p:spPr>
          <a:xfrm>
            <a:off x="5201614" y="1612270"/>
            <a:ext cx="1788770" cy="240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18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C48D-559E-70FC-0D73-1EB73B19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BB45E9-EEC3-D2A9-E198-41F4D22DB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42" y="56422"/>
            <a:ext cx="5204856" cy="3983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5CF3FA-5DDC-97EE-BCBD-25D531254341}"/>
              </a:ext>
            </a:extLst>
          </p:cNvPr>
          <p:cNvSpPr txBox="1"/>
          <p:nvPr/>
        </p:nvSpPr>
        <p:spPr>
          <a:xfrm>
            <a:off x="573431" y="3089202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DC22-079</a:t>
            </a:r>
            <a:endParaRPr lang="en-GB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3E0539-5DDA-2703-C4F0-156FBF5BA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9" t="24075" r="63405" b="29628"/>
          <a:stretch>
            <a:fillRect/>
          </a:stretch>
        </p:blipFill>
        <p:spPr>
          <a:xfrm>
            <a:off x="697348" y="658008"/>
            <a:ext cx="1788770" cy="24045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CFC3FD-A1A1-AF29-56F6-56611DC9FAFD}"/>
              </a:ext>
            </a:extLst>
          </p:cNvPr>
          <p:cNvSpPr txBox="1"/>
          <p:nvPr/>
        </p:nvSpPr>
        <p:spPr>
          <a:xfrm>
            <a:off x="2863033" y="6040769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10.08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9E1C9-232E-BB11-6C7A-96D3E142CD26}"/>
              </a:ext>
            </a:extLst>
          </p:cNvPr>
          <p:cNvSpPr txBox="1"/>
          <p:nvPr/>
        </p:nvSpPr>
        <p:spPr>
          <a:xfrm>
            <a:off x="1135100" y="6027133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12.72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46FA7-3F8B-0C76-DB14-B75F646F7EF4}"/>
              </a:ext>
            </a:extLst>
          </p:cNvPr>
          <p:cNvSpPr txBox="1"/>
          <p:nvPr/>
        </p:nvSpPr>
        <p:spPr>
          <a:xfrm>
            <a:off x="4528819" y="6001071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5.26 mm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ADF8EF-EBC2-4759-D666-487CA5C38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5883246" y="725316"/>
            <a:ext cx="935347" cy="12596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C45BECC-1A07-702E-FCAC-D3DF77B0C3F6}"/>
              </a:ext>
            </a:extLst>
          </p:cNvPr>
          <p:cNvSpPr txBox="1"/>
          <p:nvPr/>
        </p:nvSpPr>
        <p:spPr>
          <a:xfrm>
            <a:off x="5883246" y="2019468"/>
            <a:ext cx="1073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5mm input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beam waist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532C58-A06B-8BF9-6076-EBD07D4DDE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6" t="42939" r="18000" b="34147"/>
          <a:stretch>
            <a:fillRect/>
          </a:stretch>
        </p:blipFill>
        <p:spPr>
          <a:xfrm>
            <a:off x="10456631" y="4316200"/>
            <a:ext cx="1117994" cy="14906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3AE6BE-D126-E03F-7248-139EEA13FCCD}"/>
              </a:ext>
            </a:extLst>
          </p:cNvPr>
          <p:cNvSpPr txBox="1"/>
          <p:nvPr/>
        </p:nvSpPr>
        <p:spPr>
          <a:xfrm>
            <a:off x="10559246" y="5904815"/>
            <a:ext cx="8980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1mm input 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beam waist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F16A70-153C-F638-AF50-66D6C4CF404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870" y="56422"/>
            <a:ext cx="5204856" cy="39837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8893908-0BC1-77C4-B86D-00B3DC82FE9D}"/>
              </a:ext>
            </a:extLst>
          </p:cNvPr>
          <p:cNvSpPr txBox="1"/>
          <p:nvPr/>
        </p:nvSpPr>
        <p:spPr>
          <a:xfrm>
            <a:off x="3480703" y="1115000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2.4 nm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8323E-9B26-C30D-ABBF-9D5117CA149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051" y="3813130"/>
            <a:ext cx="3904468" cy="2988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FCCE62-261A-5E40-C6CD-4A7BB2AA4450}"/>
              </a:ext>
            </a:extLst>
          </p:cNvPr>
          <p:cNvSpPr txBox="1"/>
          <p:nvPr/>
        </p:nvSpPr>
        <p:spPr>
          <a:xfrm>
            <a:off x="7110457" y="4570013"/>
            <a:ext cx="1338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4.7 nm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77228-815C-545D-9AB3-6FC9148C22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1" t="20746" r="33261" b="45223"/>
          <a:stretch>
            <a:fillRect/>
          </a:stretch>
        </p:blipFill>
        <p:spPr>
          <a:xfrm rot="16200000">
            <a:off x="2794401" y="4601047"/>
            <a:ext cx="1248387" cy="15090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7C0383-F66B-F765-3650-D143FEF2B7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3" t="10576" r="30852" b="57779"/>
          <a:stretch>
            <a:fillRect/>
          </a:stretch>
        </p:blipFill>
        <p:spPr>
          <a:xfrm>
            <a:off x="4330865" y="4717966"/>
            <a:ext cx="1314758" cy="1261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46D550-036B-CE2C-C7AC-842CD43DE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8" t="13434" r="32107" b="59251"/>
          <a:stretch>
            <a:fillRect/>
          </a:stretch>
        </p:blipFill>
        <p:spPr>
          <a:xfrm>
            <a:off x="862254" y="4731397"/>
            <a:ext cx="1644070" cy="12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91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E967-6410-A8F8-5758-D9252425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B05DED-DC5F-51EA-8DE4-CB090BD36EB2}"/>
              </a:ext>
            </a:extLst>
          </p:cNvPr>
          <p:cNvSpPr txBox="1"/>
          <p:nvPr/>
        </p:nvSpPr>
        <p:spPr>
          <a:xfrm>
            <a:off x="6293511" y="4453250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DC22-079</a:t>
            </a:r>
            <a:endParaRPr lang="en-GB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5E00C-B009-01DB-916B-1C25F3800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t="25174" r="64515" b="28529"/>
          <a:stretch>
            <a:fillRect/>
          </a:stretch>
        </p:blipFill>
        <p:spPr>
          <a:xfrm>
            <a:off x="6417428" y="2022056"/>
            <a:ext cx="1788770" cy="24045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367D37-9B55-830E-2D7C-E0D0339FD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8" t="28435" r="36896" b="25268"/>
          <a:stretch>
            <a:fillRect/>
          </a:stretch>
        </p:blipFill>
        <p:spPr>
          <a:xfrm>
            <a:off x="3762757" y="2022056"/>
            <a:ext cx="1788770" cy="2404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692C6-DFE6-D13E-6AA3-15BF78853147}"/>
              </a:ext>
            </a:extLst>
          </p:cNvPr>
          <p:cNvSpPr txBox="1"/>
          <p:nvPr/>
        </p:nvSpPr>
        <p:spPr>
          <a:xfrm>
            <a:off x="3638839" y="4453250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S50-010</a:t>
            </a:r>
            <a:endParaRPr lang="en-GB" sz="28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C76C72-CF23-AAFD-FEBE-824F23D5A89E}"/>
              </a:ext>
            </a:extLst>
          </p:cNvPr>
          <p:cNvCxnSpPr/>
          <p:nvPr/>
        </p:nvCxnSpPr>
        <p:spPr>
          <a:xfrm>
            <a:off x="5782734" y="3234266"/>
            <a:ext cx="4233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403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2A0E7A-D825-2E7A-D874-4C3443B52389}"/>
              </a:ext>
            </a:extLst>
          </p:cNvPr>
          <p:cNvSpPr/>
          <p:nvPr/>
        </p:nvSpPr>
        <p:spPr>
          <a:xfrm>
            <a:off x="5369668" y="4177423"/>
            <a:ext cx="6546715" cy="26443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17FB5-14CB-1181-4523-1BB671038302}"/>
              </a:ext>
            </a:extLst>
          </p:cNvPr>
          <p:cNvSpPr txBox="1"/>
          <p:nvPr/>
        </p:nvSpPr>
        <p:spPr>
          <a:xfrm>
            <a:off x="2785532" y="2819183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DC22-079</a:t>
            </a:r>
            <a:endParaRPr lang="en-GB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DFE30-8208-9DE8-A8C4-5C400A180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t="25174" r="64515" b="28529"/>
          <a:stretch>
            <a:fillRect/>
          </a:stretch>
        </p:blipFill>
        <p:spPr>
          <a:xfrm>
            <a:off x="2909449" y="387989"/>
            <a:ext cx="1788770" cy="2404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9E8D8A-77DC-66D3-7DA2-0B031734F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8" t="28435" r="36896" b="25268"/>
          <a:stretch>
            <a:fillRect/>
          </a:stretch>
        </p:blipFill>
        <p:spPr>
          <a:xfrm>
            <a:off x="460757" y="387989"/>
            <a:ext cx="1788770" cy="2404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2DE4B8-EC99-1092-8DFC-E04E0F6C6020}"/>
              </a:ext>
            </a:extLst>
          </p:cNvPr>
          <p:cNvSpPr txBox="1"/>
          <p:nvPr/>
        </p:nvSpPr>
        <p:spPr>
          <a:xfrm>
            <a:off x="336839" y="2819183"/>
            <a:ext cx="2036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S50-010</a:t>
            </a:r>
            <a:endParaRPr lang="en-GB" sz="28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0FEFC0-A3FA-C086-BBCE-C07A5880E0B5}"/>
              </a:ext>
            </a:extLst>
          </p:cNvPr>
          <p:cNvCxnSpPr/>
          <p:nvPr/>
        </p:nvCxnSpPr>
        <p:spPr>
          <a:xfrm>
            <a:off x="2362199" y="1600199"/>
            <a:ext cx="4233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127FE35-0907-ECC7-E4BB-9FBA1B74F3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090" y="-346810"/>
            <a:ext cx="6106153" cy="4673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C7A239-8C00-43CB-9977-A19FF5A01E4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460" y="4213689"/>
            <a:ext cx="3454846" cy="264431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42FAC-B726-D81D-625F-1E8ECCE223EC}"/>
              </a:ext>
            </a:extLst>
          </p:cNvPr>
          <p:cNvCxnSpPr>
            <a:cxnSpLocks/>
          </p:cNvCxnSpPr>
          <p:nvPr/>
        </p:nvCxnSpPr>
        <p:spPr>
          <a:xfrm>
            <a:off x="10049933" y="2792521"/>
            <a:ext cx="796407" cy="1534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F594070-0A8F-2AA4-A2FD-249113BFF338}"/>
              </a:ext>
            </a:extLst>
          </p:cNvPr>
          <p:cNvSpPr txBox="1"/>
          <p:nvPr/>
        </p:nvSpPr>
        <p:spPr>
          <a:xfrm rot="16200000">
            <a:off x="4261247" y="5181863"/>
            <a:ext cx="2790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With no daisy chain &amp; </a:t>
            </a:r>
          </a:p>
          <a:p>
            <a:pPr algn="ctr"/>
            <a:r>
              <a:rPr lang="en-US" sz="1200" dirty="0"/>
              <a:t>alignment constraints: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3AFEF-3CBA-2049-7049-B52E0C1C9F66}"/>
              </a:ext>
            </a:extLst>
          </p:cNvPr>
          <p:cNvSpPr txBox="1"/>
          <p:nvPr/>
        </p:nvSpPr>
        <p:spPr>
          <a:xfrm>
            <a:off x="7404367" y="2406744"/>
            <a:ext cx="1338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4.4 nm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6E04AD-691A-765F-E7D7-47059D15ABB1}"/>
              </a:ext>
            </a:extLst>
          </p:cNvPr>
          <p:cNvSpPr txBox="1"/>
          <p:nvPr/>
        </p:nvSpPr>
        <p:spPr>
          <a:xfrm>
            <a:off x="8436866" y="203122"/>
            <a:ext cx="1338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FWHM 3.7 nm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5EF4A0-D471-2340-8B67-8F4ABBA9E944}"/>
              </a:ext>
            </a:extLst>
          </p:cNvPr>
          <p:cNvCxnSpPr>
            <a:cxnSpLocks/>
          </p:cNvCxnSpPr>
          <p:nvPr/>
        </p:nvCxnSpPr>
        <p:spPr>
          <a:xfrm flipH="1">
            <a:off x="6597416" y="3106193"/>
            <a:ext cx="1839450" cy="1245996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BF81EF9-9D9A-A28D-34E7-8521353DD40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199" y="4213690"/>
            <a:ext cx="3389350" cy="25941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BD4EB88-86C6-55DE-CB06-13D654BFC995}"/>
              </a:ext>
            </a:extLst>
          </p:cNvPr>
          <p:cNvSpPr txBox="1"/>
          <p:nvPr/>
        </p:nvSpPr>
        <p:spPr>
          <a:xfrm>
            <a:off x="503322" y="4561386"/>
            <a:ext cx="40558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alignment should be adjusted to a different axis to get the daisy chained VBGs to output the desired wavelengths. Experimentally more complex and no finely tuned rotation control.</a:t>
            </a:r>
          </a:p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S50-010 VBG optimized for a 910nm output displays a 923.7nm output when it aligns with the DC22-079 VBG tuned to output its optimal wavelength i.e. 900nm.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5AB012-921A-E134-3D74-B8C41BA22A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1265" r="19153" b="27578"/>
          <a:stretch>
            <a:fillRect/>
          </a:stretch>
        </p:blipFill>
        <p:spPr>
          <a:xfrm>
            <a:off x="10266095" y="821353"/>
            <a:ext cx="1404303" cy="1891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0130F-6EDD-5266-F79F-52F02924E857}"/>
              </a:ext>
            </a:extLst>
          </p:cNvPr>
          <p:cNvSpPr txBox="1"/>
          <p:nvPr/>
        </p:nvSpPr>
        <p:spPr>
          <a:xfrm>
            <a:off x="10266095" y="920760"/>
            <a:ext cx="1404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5mm input beam waist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74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369</Words>
  <Application>Microsoft Office PowerPoint</Application>
  <PresentationFormat>Widescreen</PresentationFormat>
  <Paragraphs>114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AR-coated rCBGs  900-920nm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Arianna Bresci</dc:creator>
  <cp:lastModifiedBy>Arianna Bresci</cp:lastModifiedBy>
  <cp:revision>1</cp:revision>
  <dcterms:created xsi:type="dcterms:W3CDTF">2026-02-02T20:31:19Z</dcterms:created>
  <dcterms:modified xsi:type="dcterms:W3CDTF">2026-02-04T17:37:36Z</dcterms:modified>
</cp:coreProperties>
</file>